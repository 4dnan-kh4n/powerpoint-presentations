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1"/>
  </p:sldMasterIdLst>
  <p:notesMasterIdLst>
    <p:notesMasterId r:id="rId13"/>
  </p:notesMasterIdLst>
  <p:sldIdLst>
    <p:sldId id="270" r:id="rId2"/>
    <p:sldId id="256" r:id="rId3"/>
    <p:sldId id="274" r:id="rId4"/>
    <p:sldId id="271" r:id="rId5"/>
    <p:sldId id="272" r:id="rId6"/>
    <p:sldId id="273" r:id="rId7"/>
    <p:sldId id="261" r:id="rId8"/>
    <p:sldId id="263" r:id="rId9"/>
    <p:sldId id="264" r:id="rId10"/>
    <p:sldId id="265" r:id="rId11"/>
    <p:sldId id="269" r:id="rId12"/>
  </p:sldIdLst>
  <p:sldSz cx="14630400" cy="8229600"/>
  <p:notesSz cx="8229600" cy="14630400"/>
  <p:embeddedFontLst>
    <p:embeddedFont>
      <p:font typeface="Roboto Slab" pitchFamily="2"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1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650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67388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9165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A1BC-2FED-DD7B-5941-422C27358111}"/>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id="{7362B441-E74C-A0E5-F70D-E23924CC6563}"/>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3CF5A-68F6-A1F9-5B3C-5FC1B88D4C66}"/>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5" name="Footer Placeholder 4">
            <a:extLst>
              <a:ext uri="{FF2B5EF4-FFF2-40B4-BE49-F238E27FC236}">
                <a16:creationId xmlns:a16="http://schemas.microsoft.com/office/drawing/2014/main" id="{B893F120-6474-1FCF-8A86-FBD6DC653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1FB391-3F12-C25D-75EA-A2E55F2568B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32367341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28F0-0D5B-44DB-858E-2DF5FDAF0B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B66609-D117-A337-FB82-4C31BC7AEC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831D9A-7820-412C-B1F9-41E19F2F103A}"/>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5" name="Footer Placeholder 4">
            <a:extLst>
              <a:ext uri="{FF2B5EF4-FFF2-40B4-BE49-F238E27FC236}">
                <a16:creationId xmlns:a16="http://schemas.microsoft.com/office/drawing/2014/main" id="{141CA410-85C4-57F4-F6F0-98856C428C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B73D8C-0973-0AD6-246E-3034AAC29C6D}"/>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4490243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DE5BD-7099-9E03-A152-90C8F584F6AE}"/>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F02B2A-ED32-2790-0981-9FD6BDF4F136}"/>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1EA117-2B7C-4B7D-48D4-0AC7D802B62F}"/>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5" name="Footer Placeholder 4">
            <a:extLst>
              <a:ext uri="{FF2B5EF4-FFF2-40B4-BE49-F238E27FC236}">
                <a16:creationId xmlns:a16="http://schemas.microsoft.com/office/drawing/2014/main" id="{6ECD0086-095D-DB1B-15BD-E2D4A22E5B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978624-F1F3-0117-5036-22CB2958F1B7}"/>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2824768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F75A-313E-C21E-107B-BF79380D86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542AD8-7445-005C-BD8A-80F8A4FC51FC}"/>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C07E3A-085E-FBFE-E7E4-0245447901CA}"/>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CBCF3E-1330-9290-52FB-B45039FA88C3}"/>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6" name="Footer Placeholder 5">
            <a:extLst>
              <a:ext uri="{FF2B5EF4-FFF2-40B4-BE49-F238E27FC236}">
                <a16:creationId xmlns:a16="http://schemas.microsoft.com/office/drawing/2014/main" id="{92B75F93-FAF6-0A0B-E557-D5C2935E0E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DC83A5-129C-4B76-38D7-A9EA154215A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6508417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0AF4-4FB0-73A8-7F30-2266A2FF99D9}"/>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950917-B005-18F1-95B0-45622FC642A8}"/>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09DD06A4-346E-FFF3-208E-8A7B376BBAA5}"/>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E89648-7984-D4EE-1CDF-EE85322DCEA4}"/>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A4797448-E265-AF50-371C-96A21C6FAA4C}"/>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5BB5CD-2BE9-473B-8F0F-4F039D018733}"/>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8" name="Footer Placeholder 7">
            <a:extLst>
              <a:ext uri="{FF2B5EF4-FFF2-40B4-BE49-F238E27FC236}">
                <a16:creationId xmlns:a16="http://schemas.microsoft.com/office/drawing/2014/main" id="{9D7D8FD8-3B6F-069A-2517-7F04A7DA60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C243F3-D462-0ABC-C26B-47BC6D918D96}"/>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7555294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FE11A-84BC-A36D-4EA6-5FE6BB32A27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765265-63EC-32C1-71FA-737B736E3DEB}"/>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4" name="Footer Placeholder 3">
            <a:extLst>
              <a:ext uri="{FF2B5EF4-FFF2-40B4-BE49-F238E27FC236}">
                <a16:creationId xmlns:a16="http://schemas.microsoft.com/office/drawing/2014/main" id="{01E69898-0ECF-5DA2-1699-46DA6D5341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8561A3-3A06-8A97-133D-1F476C6FCC61}"/>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96030496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7880A0-2983-0CF5-E301-23719C30B369}"/>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3" name="Footer Placeholder 2">
            <a:extLst>
              <a:ext uri="{FF2B5EF4-FFF2-40B4-BE49-F238E27FC236}">
                <a16:creationId xmlns:a16="http://schemas.microsoft.com/office/drawing/2014/main" id="{8DCABD5B-F44E-1053-6CAD-BCFEDE95C8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424CB2-56D0-42E1-4C87-B103C181CCCB}"/>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87788420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174A4-C20B-9A62-81B3-60B39A9492B4}"/>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854A34-5021-4DA2-0E33-6C0FE95720DF}"/>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9E84A4-0810-80CE-407B-B1F80B756F96}"/>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CB9E98F4-0096-BC0D-0E8B-D8DCD909291B}"/>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6" name="Footer Placeholder 5">
            <a:extLst>
              <a:ext uri="{FF2B5EF4-FFF2-40B4-BE49-F238E27FC236}">
                <a16:creationId xmlns:a16="http://schemas.microsoft.com/office/drawing/2014/main" id="{A773B1BE-90C1-8E22-5FB6-44404845D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06ACF2-CE4A-EAD0-0CC3-B8E1C456152B}"/>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6007388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00E8-75A8-36A9-4CFC-BD6EA8F6DD15}"/>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493408-6BA1-F22A-D0A7-3229AA0C3430}"/>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id="{F0B6F00C-3F35-FA20-F00F-627484CC7EA2}"/>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762FE38A-4BC6-8246-C4EE-E6F4561DB6E6}"/>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6" name="Footer Placeholder 5">
            <a:extLst>
              <a:ext uri="{FF2B5EF4-FFF2-40B4-BE49-F238E27FC236}">
                <a16:creationId xmlns:a16="http://schemas.microsoft.com/office/drawing/2014/main" id="{A501DD58-4406-73B7-65F1-D482C12BF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52024E-6C9C-D638-0727-C06767F81DAF}"/>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398146895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FECE7-9DA5-93E5-B11B-15019D031CA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F89474-D374-7462-39F4-B6990CE880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7C7FA5-06D3-53D4-9F29-3D706FC1E673}"/>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5" name="Footer Placeholder 4">
            <a:extLst>
              <a:ext uri="{FF2B5EF4-FFF2-40B4-BE49-F238E27FC236}">
                <a16:creationId xmlns:a16="http://schemas.microsoft.com/office/drawing/2014/main" id="{6CE79B7B-B882-C3B2-4B6A-6BDD17F46A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82F01-9E63-5603-B946-4332BFA6BEA2}"/>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16695969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CD9CD9-F73B-E5DA-1C4A-1775EA35507D}"/>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073263-45CE-6192-E3F7-759FA000D40C}"/>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9352A0-8EFF-8AB7-A847-B4FC905D2A5B}"/>
              </a:ext>
            </a:extLst>
          </p:cNvPr>
          <p:cNvSpPr>
            <a:spLocks noGrp="1"/>
          </p:cNvSpPr>
          <p:nvPr>
            <p:ph type="dt" sz="half" idx="10"/>
          </p:nvPr>
        </p:nvSpPr>
        <p:spPr/>
        <p:txBody>
          <a:bodyPr/>
          <a:lstStyle/>
          <a:p>
            <a:fld id="{6879903A-CF72-4AC0-998D-59565C40B9A7}" type="datetimeFigureOut">
              <a:rPr lang="en-IN" smtClean="0"/>
              <a:t>21-11-2024</a:t>
            </a:fld>
            <a:endParaRPr lang="en-IN"/>
          </a:p>
        </p:txBody>
      </p:sp>
      <p:sp>
        <p:nvSpPr>
          <p:cNvPr id="5" name="Footer Placeholder 4">
            <a:extLst>
              <a:ext uri="{FF2B5EF4-FFF2-40B4-BE49-F238E27FC236}">
                <a16:creationId xmlns:a16="http://schemas.microsoft.com/office/drawing/2014/main" id="{B37FAC64-125B-22E6-19E2-12D74591EC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D05309-BB71-118A-B757-F1DE2D2A8015}"/>
              </a:ext>
            </a:extLst>
          </p:cNvPr>
          <p:cNvSpPr>
            <a:spLocks noGrp="1"/>
          </p:cNvSpPr>
          <p:nvPr>
            <p:ph type="sldNum" sz="quarter" idx="12"/>
          </p:nvPr>
        </p:nvSpPr>
        <p:spPr/>
        <p:txBody>
          <a:bodyPr/>
          <a:lstStyle/>
          <a:p>
            <a:fld id="{7AC31C39-A834-444A-AF2D-F08D60C3140D}" type="slidenum">
              <a:rPr lang="en-IN" smtClean="0"/>
              <a:t>‹#›</a:t>
            </a:fld>
            <a:endParaRPr lang="en-IN"/>
          </a:p>
        </p:txBody>
      </p:sp>
    </p:spTree>
    <p:extLst>
      <p:ext uri="{BB962C8B-B14F-4D97-AF65-F5344CB8AC3E}">
        <p14:creationId xmlns:p14="http://schemas.microsoft.com/office/powerpoint/2010/main" val="28201584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2760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45494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1749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814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240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388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2538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64E419-108E-8EF4-BD2E-EFDE6B1FBABF}"/>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A14A7B-A865-181B-3065-571A52B20CFD}"/>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0792BA-39CB-17F7-1B0F-34C08797D246}"/>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879903A-CF72-4AC0-998D-59565C40B9A7}" type="datetimeFigureOut">
              <a:rPr lang="en-IN" smtClean="0"/>
              <a:t>21-11-2024</a:t>
            </a:fld>
            <a:endParaRPr lang="en-IN"/>
          </a:p>
        </p:txBody>
      </p:sp>
      <p:sp>
        <p:nvSpPr>
          <p:cNvPr id="5" name="Footer Placeholder 4">
            <a:extLst>
              <a:ext uri="{FF2B5EF4-FFF2-40B4-BE49-F238E27FC236}">
                <a16:creationId xmlns:a16="http://schemas.microsoft.com/office/drawing/2014/main" id="{363B8401-F776-C74E-D92D-C426551E78B0}"/>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643861-890B-48EE-A5F2-F8F82388ED27}"/>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7AC31C39-A834-444A-AF2D-F08D60C3140D}" type="slidenum">
              <a:rPr lang="en-IN" smtClean="0"/>
              <a:t>‹#›</a:t>
            </a:fld>
            <a:endParaRPr lang="en-IN"/>
          </a:p>
        </p:txBody>
      </p:sp>
    </p:spTree>
    <p:extLst>
      <p:ext uri="{BB962C8B-B14F-4D97-AF65-F5344CB8AC3E}">
        <p14:creationId xmlns:p14="http://schemas.microsoft.com/office/powerpoint/2010/main" val="24144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7" r:id="rId14"/>
    <p:sldLayoutId id="2147483679" r:id="rId15"/>
    <p:sldLayoutId id="2147483680" r:id="rId16"/>
    <p:sldLayoutId id="2147483681" r:id="rId17"/>
    <p:sldLayoutId id="2147483682"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3000"/>
            <a:lum/>
          </a:blip>
          <a:srcRect/>
          <a:stretch>
            <a:fillRect/>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66936F1-344B-8BF4-8A2C-57F2654626E9}"/>
              </a:ext>
            </a:extLst>
          </p:cNvPr>
          <p:cNvSpPr/>
          <p:nvPr/>
        </p:nvSpPr>
        <p:spPr>
          <a:xfrm>
            <a:off x="1181100" y="738759"/>
            <a:ext cx="12293600" cy="6868541"/>
          </a:xfrm>
          <a:prstGeom prst="roundRect">
            <a:avLst/>
          </a:prstGeom>
          <a:solidFill>
            <a:schemeClr val="bg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sp>
        <p:nvSpPr>
          <p:cNvPr id="5" name="TextBox 3">
            <a:extLst>
              <a:ext uri="{FF2B5EF4-FFF2-40B4-BE49-F238E27FC236}">
                <a16:creationId xmlns:a16="http://schemas.microsoft.com/office/drawing/2014/main" id="{8DB8FFF4-A4F0-2460-25A7-4E3ACB6A6546}"/>
              </a:ext>
            </a:extLst>
          </p:cNvPr>
          <p:cNvSpPr txBox="1"/>
          <p:nvPr/>
        </p:nvSpPr>
        <p:spPr>
          <a:xfrm>
            <a:off x="8661535" y="6353993"/>
            <a:ext cx="4358761" cy="115659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90000"/>
              </a:lnSpc>
              <a:spcBef>
                <a:spcPts val="1000"/>
              </a:spcBef>
            </a:pPr>
            <a:r>
              <a:rPr lang="en-GB" sz="3379" dirty="0">
                <a:latin typeface="Roboto Slab" pitchFamily="34" charset="0"/>
                <a:ea typeface="Roboto Slab" pitchFamily="34" charset="-122"/>
                <a:cs typeface="Roboto Slab" pitchFamily="34" charset="-120"/>
              </a:rPr>
              <a:t>Presentation By:</a:t>
            </a:r>
          </a:p>
          <a:p>
            <a:pPr algn="r">
              <a:lnSpc>
                <a:spcPct val="90000"/>
              </a:lnSpc>
              <a:spcBef>
                <a:spcPts val="1000"/>
              </a:spcBef>
            </a:pPr>
            <a:r>
              <a:rPr lang="en-GB" sz="3379" dirty="0">
                <a:latin typeface="Roboto Slab" pitchFamily="34" charset="0"/>
                <a:ea typeface="Roboto Slab" pitchFamily="34" charset="-122"/>
                <a:cs typeface="Roboto Slab" pitchFamily="34" charset="-120"/>
              </a:rPr>
              <a:t>Adnan Khan</a:t>
            </a:r>
          </a:p>
        </p:txBody>
      </p:sp>
      <p:sp>
        <p:nvSpPr>
          <p:cNvPr id="6" name="TextBox 8">
            <a:extLst>
              <a:ext uri="{FF2B5EF4-FFF2-40B4-BE49-F238E27FC236}">
                <a16:creationId xmlns:a16="http://schemas.microsoft.com/office/drawing/2014/main" id="{B090B552-1F22-DE37-49F6-30E6E54221FA}"/>
              </a:ext>
            </a:extLst>
          </p:cNvPr>
          <p:cNvSpPr txBox="1"/>
          <p:nvPr/>
        </p:nvSpPr>
        <p:spPr>
          <a:xfrm>
            <a:off x="3783330" y="4302629"/>
            <a:ext cx="7768397" cy="232986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lnSpc>
                <a:spcPct val="90000"/>
              </a:lnSpc>
              <a:spcBef>
                <a:spcPts val="1000"/>
              </a:spcBef>
            </a:pPr>
            <a:endParaRPr lang="en-US" sz="2800" dirty="0">
              <a:solidFill>
                <a:schemeClr val="tx1"/>
              </a:solidFill>
            </a:endParaRPr>
          </a:p>
          <a:p>
            <a:pPr algn="ctr">
              <a:lnSpc>
                <a:spcPts val="4224"/>
              </a:lnSpc>
              <a:spcBef>
                <a:spcPts val="1000"/>
              </a:spcBef>
            </a:pPr>
            <a:r>
              <a:rPr lang="en-US" sz="3379" dirty="0">
                <a:solidFill>
                  <a:schemeClr val="tx1"/>
                </a:solidFill>
                <a:latin typeface="Roboto Slab" pitchFamily="34" charset="0"/>
                <a:ea typeface="Roboto Slab" pitchFamily="34" charset="-122"/>
                <a:cs typeface="Roboto Slab" pitchFamily="34" charset="-120"/>
              </a:rPr>
              <a:t>Subject: Professional Communication </a:t>
            </a:r>
          </a:p>
          <a:p>
            <a:pPr algn="ctr">
              <a:lnSpc>
                <a:spcPts val="4224"/>
              </a:lnSpc>
              <a:spcBef>
                <a:spcPts val="1000"/>
              </a:spcBef>
            </a:pPr>
            <a:r>
              <a:rPr lang="en-US" sz="3379" dirty="0">
                <a:solidFill>
                  <a:schemeClr val="tx1"/>
                </a:solidFill>
                <a:latin typeface="Roboto Slab" pitchFamily="34" charset="0"/>
                <a:ea typeface="Roboto Slab" pitchFamily="34" charset="-122"/>
                <a:cs typeface="Roboto Slab" pitchFamily="34" charset="-120"/>
              </a:rPr>
              <a:t>Branch: - IT (3</a:t>
            </a:r>
            <a:r>
              <a:rPr lang="en-US" sz="3379" baseline="30000" dirty="0">
                <a:solidFill>
                  <a:schemeClr val="tx1"/>
                </a:solidFill>
                <a:latin typeface="Roboto Slab" pitchFamily="34" charset="0"/>
                <a:ea typeface="Roboto Slab" pitchFamily="34" charset="-122"/>
                <a:cs typeface="Roboto Slab" pitchFamily="34" charset="-120"/>
              </a:rPr>
              <a:t>rd</a:t>
            </a:r>
            <a:r>
              <a:rPr lang="en-US" sz="3379" dirty="0">
                <a:solidFill>
                  <a:schemeClr val="tx1"/>
                </a:solidFill>
                <a:latin typeface="Roboto Slab" pitchFamily="34" charset="0"/>
                <a:ea typeface="Roboto Slab" pitchFamily="34" charset="-122"/>
                <a:cs typeface="Roboto Slab" pitchFamily="34" charset="-120"/>
              </a:rPr>
              <a:t> Sem)</a:t>
            </a:r>
          </a:p>
          <a:p>
            <a:pPr algn="ctr">
              <a:lnSpc>
                <a:spcPct val="90000"/>
              </a:lnSpc>
              <a:spcBef>
                <a:spcPts val="1000"/>
              </a:spcBef>
            </a:pPr>
            <a:endParaRPr lang="en-GB" sz="2800" dirty="0">
              <a:solidFill>
                <a:schemeClr val="tx1"/>
              </a:solidFill>
            </a:endParaRPr>
          </a:p>
        </p:txBody>
      </p:sp>
      <p:sp>
        <p:nvSpPr>
          <p:cNvPr id="8" name="TextBox 7">
            <a:extLst>
              <a:ext uri="{FF2B5EF4-FFF2-40B4-BE49-F238E27FC236}">
                <a16:creationId xmlns:a16="http://schemas.microsoft.com/office/drawing/2014/main" id="{4EC5A720-E60F-1625-0D57-8C17C1556246}"/>
              </a:ext>
            </a:extLst>
          </p:cNvPr>
          <p:cNvSpPr txBox="1"/>
          <p:nvPr/>
        </p:nvSpPr>
        <p:spPr>
          <a:xfrm>
            <a:off x="2866397" y="2899642"/>
            <a:ext cx="9647550" cy="1965218"/>
          </a:xfrm>
          <a:prstGeom prst="rect">
            <a:avLst/>
          </a:prstGeom>
          <a:noFill/>
        </p:spPr>
        <p:txBody>
          <a:bodyPr wrap="square" rtlCol="0">
            <a:spAutoFit/>
          </a:bodyPr>
          <a:lstStyle/>
          <a:p>
            <a:pPr algn="ctr">
              <a:lnSpc>
                <a:spcPts val="7545"/>
              </a:lnSpc>
            </a:pPr>
            <a:r>
              <a:rPr lang="en-US" sz="6000" dirty="0">
                <a:solidFill>
                  <a:srgbClr val="476FD6"/>
                </a:solidFill>
                <a:latin typeface="Roboto Slab" pitchFamily="34" charset="0"/>
                <a:ea typeface="Roboto Slab" pitchFamily="34" charset="-122"/>
                <a:cs typeface="Roboto Slab" pitchFamily="34" charset="-120"/>
              </a:rPr>
              <a:t>Difference between</a:t>
            </a:r>
          </a:p>
          <a:p>
            <a:pPr algn="ctr">
              <a:lnSpc>
                <a:spcPts val="7545"/>
              </a:lnSpc>
            </a:pPr>
            <a:r>
              <a:rPr lang="en-US" sz="6000" dirty="0">
                <a:solidFill>
                  <a:srgbClr val="476FD6"/>
                </a:solidFill>
                <a:latin typeface="Roboto Slab" pitchFamily="34" charset="0"/>
                <a:ea typeface="Roboto Slab" pitchFamily="34" charset="-122"/>
                <a:cs typeface="Roboto Slab" pitchFamily="34" charset="-120"/>
              </a:rPr>
              <a:t>Resume, CV and Biodata</a:t>
            </a:r>
            <a:endParaRPr lang="en-IN" sz="6000" dirty="0">
              <a:solidFill>
                <a:srgbClr val="476FD6"/>
              </a:solidFill>
              <a:latin typeface="Roboto Slab" pitchFamily="34" charset="0"/>
              <a:ea typeface="Roboto Slab" pitchFamily="34" charset="-122"/>
              <a:cs typeface="Roboto Slab" pitchFamily="34" charset="-120"/>
            </a:endParaRPr>
          </a:p>
        </p:txBody>
      </p:sp>
      <p:pic>
        <p:nvPicPr>
          <p:cNvPr id="10" name="Picture 9">
            <a:extLst>
              <a:ext uri="{FF2B5EF4-FFF2-40B4-BE49-F238E27FC236}">
                <a16:creationId xmlns:a16="http://schemas.microsoft.com/office/drawing/2014/main" id="{2F941C03-204A-6CBF-8B8F-32AB26FB9355}"/>
              </a:ext>
            </a:extLst>
          </p:cNvPr>
          <p:cNvPicPr>
            <a:picLocks noChangeAspect="1"/>
          </p:cNvPicPr>
          <p:nvPr/>
        </p:nvPicPr>
        <p:blipFill>
          <a:blip r:embed="rId3"/>
          <a:stretch>
            <a:fillRect/>
          </a:stretch>
        </p:blipFill>
        <p:spPr>
          <a:xfrm>
            <a:off x="6247009" y="796009"/>
            <a:ext cx="2136382" cy="2280123"/>
          </a:xfrm>
          <a:prstGeom prst="rect">
            <a:avLst/>
          </a:prstGeom>
        </p:spPr>
      </p:pic>
    </p:spTree>
    <p:extLst>
      <p:ext uri="{BB962C8B-B14F-4D97-AF65-F5344CB8AC3E}">
        <p14:creationId xmlns:p14="http://schemas.microsoft.com/office/powerpoint/2010/main" val="17747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58308" y="1221837"/>
            <a:ext cx="8201541" cy="2291385"/>
          </a:xfrm>
          <a:prstGeom prst="rect">
            <a:avLst/>
          </a:prstGeom>
          <a:noFill/>
          <a:ln/>
        </p:spPr>
        <p:txBody>
          <a:bodyPr wrap="square" lIns="0" tIns="0" rIns="0" bIns="0" rtlCol="0" anchor="t"/>
          <a:lstStyle/>
          <a:p>
            <a:pPr marL="0" indent="0">
              <a:lnSpc>
                <a:spcPts val="7700"/>
              </a:lnSpc>
              <a:buNone/>
            </a:pPr>
            <a:r>
              <a:rPr lang="en-US" sz="6150" dirty="0">
                <a:latin typeface="Roboto Slab" pitchFamily="2" charset="0"/>
                <a:ea typeface="Roboto Slab" pitchFamily="2" charset="0"/>
                <a:cs typeface="Roboto Slab" pitchFamily="2" charset="0"/>
              </a:rPr>
              <a:t>Introduction of Presentation</a:t>
            </a:r>
          </a:p>
        </p:txBody>
      </p:sp>
      <p:sp>
        <p:nvSpPr>
          <p:cNvPr id="4" name="Text 1"/>
          <p:cNvSpPr/>
          <p:nvPr/>
        </p:nvSpPr>
        <p:spPr>
          <a:xfrm>
            <a:off x="806434" y="3266652"/>
            <a:ext cx="8761078" cy="3898802"/>
          </a:xfrm>
          <a:prstGeom prst="rect">
            <a:avLst/>
          </a:prstGeom>
          <a:noFill/>
          <a:ln/>
        </p:spPr>
        <p:txBody>
          <a:bodyPr wrap="square" lIns="0" tIns="0" rIns="0" bIns="0" rtlCol="0" anchor="t"/>
          <a:lstStyle/>
          <a:p>
            <a:pPr algn="just"/>
            <a:r>
              <a:rPr lang="en-US" sz="3200" dirty="0">
                <a:latin typeface="Roboto Slab" pitchFamily="2" charset="0"/>
                <a:ea typeface="Roboto Slab" pitchFamily="2" charset="0"/>
                <a:cs typeface="Roboto Slab" pitchFamily="2" charset="0"/>
              </a:rPr>
              <a:t>This presentation explains the differences between three key documents used in both professional and academic settings: Resume, CV, and Biodata. Each of these documents highlights your skills and qualifications in unique ways and is used for different purposes.</a:t>
            </a:r>
          </a:p>
        </p:txBody>
      </p:sp>
      <p:sp>
        <p:nvSpPr>
          <p:cNvPr id="5" name="Shape 2"/>
          <p:cNvSpPr/>
          <p:nvPr/>
        </p:nvSpPr>
        <p:spPr>
          <a:xfrm>
            <a:off x="758309" y="6394490"/>
            <a:ext cx="346591" cy="346591"/>
          </a:xfrm>
          <a:prstGeom prst="roundRect">
            <a:avLst>
              <a:gd name="adj" fmla="val 26380043"/>
            </a:avLst>
          </a:prstGeom>
          <a:noFill/>
          <a:ln w="7620">
            <a:solidFill>
              <a:srgbClr val="FFFFFF"/>
            </a:solidFill>
            <a:prstDash val="solid"/>
          </a:ln>
        </p:spPr>
      </p:sp>
      <p:pic>
        <p:nvPicPr>
          <p:cNvPr id="6" name="Picture 5">
            <a:extLst>
              <a:ext uri="{FF2B5EF4-FFF2-40B4-BE49-F238E27FC236}">
                <a16:creationId xmlns:a16="http://schemas.microsoft.com/office/drawing/2014/main" id="{40D436CC-7741-7A96-B7DB-9C291251340A}"/>
              </a:ext>
            </a:extLst>
          </p:cNvPr>
          <p:cNvPicPr>
            <a:picLocks noChangeAspect="1"/>
          </p:cNvPicPr>
          <p:nvPr/>
        </p:nvPicPr>
        <p:blipFill rotWithShape="1">
          <a:blip r:embed="rId3"/>
          <a:srcRect r="31944"/>
          <a:stretch/>
        </p:blipFill>
        <p:spPr>
          <a:xfrm>
            <a:off x="8959850" y="0"/>
            <a:ext cx="5600700" cy="822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BC5F3E-3630-13EF-BD44-B47559C8E208}"/>
              </a:ext>
            </a:extLst>
          </p:cNvPr>
          <p:cNvPicPr>
            <a:picLocks noChangeAspect="1"/>
          </p:cNvPicPr>
          <p:nvPr/>
        </p:nvPicPr>
        <p:blipFill>
          <a:blip r:embed="rId2"/>
          <a:srcRect l="7088"/>
          <a:stretch/>
        </p:blipFill>
        <p:spPr>
          <a:xfrm>
            <a:off x="12700" y="177800"/>
            <a:ext cx="6159500" cy="7493000"/>
          </a:xfrm>
          <a:prstGeom prst="rect">
            <a:avLst/>
          </a:prstGeom>
        </p:spPr>
      </p:pic>
      <p:sp>
        <p:nvSpPr>
          <p:cNvPr id="4" name="Text 0">
            <a:extLst>
              <a:ext uri="{FF2B5EF4-FFF2-40B4-BE49-F238E27FC236}">
                <a16:creationId xmlns:a16="http://schemas.microsoft.com/office/drawing/2014/main" id="{DC613DFC-4763-654E-1F27-2ADB18414316}"/>
              </a:ext>
            </a:extLst>
          </p:cNvPr>
          <p:cNvSpPr/>
          <p:nvPr/>
        </p:nvSpPr>
        <p:spPr>
          <a:xfrm>
            <a:off x="5635108" y="512374"/>
            <a:ext cx="8201541" cy="6561526"/>
          </a:xfrm>
          <a:prstGeom prst="rect">
            <a:avLst/>
          </a:prstGeom>
          <a:noFill/>
          <a:ln/>
        </p:spPr>
        <p:txBody>
          <a:bodyPr wrap="square" lIns="0" tIns="0" rIns="0" bIns="0" rtlCol="0" anchor="t"/>
          <a:lstStyle/>
          <a:p>
            <a:pPr marL="0" indent="0" algn="ctr">
              <a:lnSpc>
                <a:spcPct val="150000"/>
              </a:lnSpc>
              <a:buNone/>
            </a:pPr>
            <a:r>
              <a:rPr lang="en-US" sz="6150" dirty="0">
                <a:solidFill>
                  <a:srgbClr val="1F1E1E"/>
                </a:solidFill>
                <a:latin typeface="Roboto Slab" pitchFamily="2" charset="0"/>
                <a:ea typeface="Roboto Slab" pitchFamily="2" charset="0"/>
                <a:cs typeface="Roboto Slab" pitchFamily="2" charset="0"/>
              </a:rPr>
              <a:t>Index</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What is Resume?</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What is CV?</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What is Biodata?</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Key differences between them</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Relevance of each Document</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Tips for effective Resume, CV or Biodata</a:t>
            </a:r>
          </a:p>
          <a:p>
            <a:pPr marL="914400" lvl="1" indent="-457200">
              <a:lnSpc>
                <a:spcPct val="150000"/>
              </a:lnSpc>
              <a:buFont typeface="Wingdings" panose="05000000000000000000" pitchFamily="2" charset="2"/>
              <a:buChar char="ü"/>
            </a:pPr>
            <a:r>
              <a:rPr lang="en-US" sz="3200" dirty="0">
                <a:latin typeface="Roboto Slab" pitchFamily="2" charset="0"/>
                <a:ea typeface="Roboto Slab" pitchFamily="2" charset="0"/>
                <a:cs typeface="Roboto Slab" pitchFamily="2" charset="0"/>
              </a:rPr>
              <a:t>Conclusion</a:t>
            </a:r>
          </a:p>
        </p:txBody>
      </p:sp>
    </p:spTree>
    <p:extLst>
      <p:ext uri="{BB962C8B-B14F-4D97-AF65-F5344CB8AC3E}">
        <p14:creationId xmlns:p14="http://schemas.microsoft.com/office/powerpoint/2010/main" val="1548944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750"/>
                                        <p:tgtEl>
                                          <p:spTgt spid="4">
                                            <p:txEl>
                                              <p:pRg st="1" end="1"/>
                                            </p:txEl>
                                          </p:spTgt>
                                        </p:tgtEl>
                                      </p:cBhvr>
                                    </p:animEffect>
                                    <p:anim calcmode="lin" valueType="num">
                                      <p:cBhvr>
                                        <p:cTn id="8" dur="75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75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750"/>
                                        <p:tgtEl>
                                          <p:spTgt spid="4">
                                            <p:txEl>
                                              <p:pRg st="2" end="2"/>
                                            </p:txEl>
                                          </p:spTgt>
                                        </p:tgtEl>
                                      </p:cBhvr>
                                    </p:animEffect>
                                    <p:anim calcmode="lin" valueType="num">
                                      <p:cBhvr>
                                        <p:cTn id="15" dur="75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75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750"/>
                                        <p:tgtEl>
                                          <p:spTgt spid="4">
                                            <p:txEl>
                                              <p:pRg st="3" end="3"/>
                                            </p:txEl>
                                          </p:spTgt>
                                        </p:tgtEl>
                                      </p:cBhvr>
                                    </p:animEffect>
                                    <p:anim calcmode="lin" valueType="num">
                                      <p:cBhvr>
                                        <p:cTn id="22" dur="75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75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750"/>
                                        <p:tgtEl>
                                          <p:spTgt spid="4">
                                            <p:txEl>
                                              <p:pRg st="4" end="4"/>
                                            </p:txEl>
                                          </p:spTgt>
                                        </p:tgtEl>
                                      </p:cBhvr>
                                    </p:animEffect>
                                    <p:anim calcmode="lin" valueType="num">
                                      <p:cBhvr>
                                        <p:cTn id="29" dur="75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75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750"/>
                                        <p:tgtEl>
                                          <p:spTgt spid="4">
                                            <p:txEl>
                                              <p:pRg st="5" end="5"/>
                                            </p:txEl>
                                          </p:spTgt>
                                        </p:tgtEl>
                                      </p:cBhvr>
                                    </p:animEffect>
                                    <p:anim calcmode="lin" valueType="num">
                                      <p:cBhvr>
                                        <p:cTn id="36" dur="75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75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750"/>
                                        <p:tgtEl>
                                          <p:spTgt spid="4">
                                            <p:txEl>
                                              <p:pRg st="6" end="6"/>
                                            </p:txEl>
                                          </p:spTgt>
                                        </p:tgtEl>
                                      </p:cBhvr>
                                    </p:animEffect>
                                    <p:anim calcmode="lin" valueType="num">
                                      <p:cBhvr>
                                        <p:cTn id="43" dur="75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75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fade">
                                      <p:cBhvr>
                                        <p:cTn id="49" dur="750"/>
                                        <p:tgtEl>
                                          <p:spTgt spid="4">
                                            <p:txEl>
                                              <p:pRg st="7" end="7"/>
                                            </p:txEl>
                                          </p:spTgt>
                                        </p:tgtEl>
                                      </p:cBhvr>
                                    </p:animEffect>
                                    <p:anim calcmode="lin" valueType="num">
                                      <p:cBhvr>
                                        <p:cTn id="50" dur="75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1" dur="75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609005"/>
            <a:ext cx="5701546" cy="712708"/>
          </a:xfrm>
          <a:prstGeom prst="rect">
            <a:avLst/>
          </a:prstGeom>
          <a:noFill/>
          <a:ln/>
        </p:spPr>
        <p:txBody>
          <a:bodyPr wrap="none" lIns="0" tIns="0" rIns="0" bIns="0" rtlCol="0" anchor="t"/>
          <a:lstStyle/>
          <a:p>
            <a:pPr marL="0" indent="0">
              <a:lnSpc>
                <a:spcPts val="5600"/>
              </a:lnSpc>
              <a:buNone/>
            </a:pPr>
            <a:r>
              <a:rPr lang="en-US" sz="6100" dirty="0">
                <a:solidFill>
                  <a:srgbClr val="1F1E1E"/>
                </a:solidFill>
                <a:latin typeface="Roboto Slab" pitchFamily="2" charset="0"/>
                <a:ea typeface="Roboto Slab" pitchFamily="2" charset="0"/>
                <a:cs typeface="Roboto Slab" pitchFamily="2" charset="0"/>
              </a:rPr>
              <a:t>What is a Resume?</a:t>
            </a:r>
            <a:endParaRPr lang="en-US" sz="6100" dirty="0">
              <a:latin typeface="Roboto Slab" pitchFamily="2" charset="0"/>
              <a:ea typeface="Roboto Slab" pitchFamily="2" charset="0"/>
              <a:cs typeface="Roboto Slab" pitchFamily="2" charset="0"/>
            </a:endParaRPr>
          </a:p>
        </p:txBody>
      </p:sp>
      <p:sp>
        <p:nvSpPr>
          <p:cNvPr id="4" name="Text 1"/>
          <p:cNvSpPr/>
          <p:nvPr/>
        </p:nvSpPr>
        <p:spPr>
          <a:xfrm>
            <a:off x="6256138" y="1276203"/>
            <a:ext cx="7748620" cy="2785824"/>
          </a:xfrm>
          <a:prstGeom prst="rect">
            <a:avLst/>
          </a:prstGeom>
          <a:noFill/>
          <a:ln/>
        </p:spPr>
        <p:txBody>
          <a:bodyPr wrap="square" lIns="0" tIns="0" rIns="0" bIns="0" rtlCol="0" anchor="t"/>
          <a:lstStyle/>
          <a:p>
            <a:pPr algn="just"/>
            <a:r>
              <a:rPr lang="en-US" sz="3000" dirty="0">
                <a:latin typeface="Roboto Slab" pitchFamily="2" charset="0"/>
                <a:ea typeface="Roboto Slab" pitchFamily="2" charset="0"/>
                <a:cs typeface="Roboto Slab" pitchFamily="2" charset="0"/>
              </a:rPr>
              <a:t>A resume is a formal document that provides a concise summary of an individual's education, work experience, skills and achievements The purpose of a resume is to showcase your suitability for a specific role and to convince a recruiter to invite you for an interview.</a:t>
            </a:r>
          </a:p>
        </p:txBody>
      </p:sp>
      <p:sp>
        <p:nvSpPr>
          <p:cNvPr id="5" name="Shape 2"/>
          <p:cNvSpPr/>
          <p:nvPr/>
        </p:nvSpPr>
        <p:spPr>
          <a:xfrm>
            <a:off x="6244709" y="4685971"/>
            <a:ext cx="487442" cy="487442"/>
          </a:xfrm>
          <a:prstGeom prst="roundRect">
            <a:avLst>
              <a:gd name="adj" fmla="val 18669"/>
            </a:avLst>
          </a:prstGeom>
          <a:solidFill>
            <a:srgbClr val="D5DCF6"/>
          </a:solidFill>
          <a:ln w="7620">
            <a:solidFill>
              <a:srgbClr val="BBC2DC"/>
            </a:solidFill>
            <a:prstDash val="solid"/>
          </a:ln>
        </p:spPr>
      </p:sp>
      <p:sp>
        <p:nvSpPr>
          <p:cNvPr id="6" name="Text 3"/>
          <p:cNvSpPr/>
          <p:nvPr/>
        </p:nvSpPr>
        <p:spPr>
          <a:xfrm>
            <a:off x="6421160" y="4758599"/>
            <a:ext cx="134422"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1</a:t>
            </a:r>
            <a:endParaRPr lang="en-US" sz="2650" dirty="0">
              <a:latin typeface="Roboto Slab" pitchFamily="2" charset="0"/>
              <a:ea typeface="Roboto Slab" pitchFamily="2" charset="0"/>
              <a:cs typeface="Roboto Slab" pitchFamily="2" charset="0"/>
            </a:endParaRPr>
          </a:p>
        </p:txBody>
      </p:sp>
      <p:sp>
        <p:nvSpPr>
          <p:cNvPr id="7" name="Text 4"/>
          <p:cNvSpPr/>
          <p:nvPr/>
        </p:nvSpPr>
        <p:spPr>
          <a:xfrm>
            <a:off x="6948726" y="4685971"/>
            <a:ext cx="2850713" cy="356235"/>
          </a:xfrm>
          <a:prstGeom prst="rect">
            <a:avLst/>
          </a:prstGeom>
          <a:noFill/>
          <a:ln/>
        </p:spPr>
        <p:txBody>
          <a:bodyPr wrap="none" lIns="0" tIns="0" rIns="0" bIns="0" rtlCol="0" anchor="t"/>
          <a:lstStyle/>
          <a:p>
            <a:pPr marL="0" indent="0">
              <a:lnSpc>
                <a:spcPts val="2800"/>
              </a:lnSpc>
              <a:buNone/>
            </a:pPr>
            <a:r>
              <a:rPr lang="en-US" sz="2200" dirty="0">
                <a:solidFill>
                  <a:srgbClr val="3B3535"/>
                </a:solidFill>
                <a:latin typeface="Roboto Slab" pitchFamily="2" charset="0"/>
                <a:ea typeface="Roboto Slab" pitchFamily="2" charset="0"/>
                <a:cs typeface="Roboto Slab" pitchFamily="2" charset="0"/>
              </a:rPr>
              <a:t>Tailored</a:t>
            </a:r>
            <a:endParaRPr lang="en-US" sz="2200" dirty="0">
              <a:latin typeface="Roboto Slab" pitchFamily="2" charset="0"/>
              <a:ea typeface="Roboto Slab" pitchFamily="2" charset="0"/>
              <a:cs typeface="Roboto Slab" pitchFamily="2" charset="0"/>
            </a:endParaRPr>
          </a:p>
        </p:txBody>
      </p:sp>
      <p:sp>
        <p:nvSpPr>
          <p:cNvPr id="8" name="Text 5"/>
          <p:cNvSpPr/>
          <p:nvPr/>
        </p:nvSpPr>
        <p:spPr>
          <a:xfrm>
            <a:off x="6948726" y="5172103"/>
            <a:ext cx="3001447" cy="693420"/>
          </a:xfrm>
          <a:prstGeom prst="rect">
            <a:avLst/>
          </a:prstGeom>
          <a:noFill/>
          <a:ln/>
        </p:spPr>
        <p:txBody>
          <a:bodyPr wrap="square" lIns="0" tIns="0" rIns="0" bIns="0" rtlCol="0" anchor="t"/>
          <a:lstStyle/>
          <a:p>
            <a:pPr>
              <a:lnSpc>
                <a:spcPts val="2700"/>
              </a:lnSpc>
            </a:pPr>
            <a:r>
              <a:rPr lang="en-US" sz="2000" dirty="0">
                <a:latin typeface="Roboto Slab" pitchFamily="2" charset="0"/>
                <a:ea typeface="Roboto Slab" pitchFamily="2" charset="0"/>
                <a:cs typeface="Roboto Slab" pitchFamily="2" charset="0"/>
              </a:rPr>
              <a:t>Resumes are customized for each job you apply to.</a:t>
            </a:r>
          </a:p>
        </p:txBody>
      </p:sp>
      <p:sp>
        <p:nvSpPr>
          <p:cNvPr id="9" name="Shape 6"/>
          <p:cNvSpPr/>
          <p:nvPr/>
        </p:nvSpPr>
        <p:spPr>
          <a:xfrm>
            <a:off x="10166747" y="4685971"/>
            <a:ext cx="487442" cy="487442"/>
          </a:xfrm>
          <a:prstGeom prst="roundRect">
            <a:avLst>
              <a:gd name="adj" fmla="val 18669"/>
            </a:avLst>
          </a:prstGeom>
          <a:solidFill>
            <a:srgbClr val="D5DCF6"/>
          </a:solidFill>
          <a:ln w="7620">
            <a:solidFill>
              <a:srgbClr val="BBC2DC"/>
            </a:solidFill>
            <a:prstDash val="solid"/>
          </a:ln>
        </p:spPr>
      </p:sp>
      <p:sp>
        <p:nvSpPr>
          <p:cNvPr id="10" name="Text 7"/>
          <p:cNvSpPr/>
          <p:nvPr/>
        </p:nvSpPr>
        <p:spPr>
          <a:xfrm>
            <a:off x="10308312" y="4758599"/>
            <a:ext cx="204192"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2</a:t>
            </a:r>
            <a:endParaRPr lang="en-US" sz="2650" dirty="0">
              <a:latin typeface="Roboto Slab" pitchFamily="2" charset="0"/>
              <a:ea typeface="Roboto Slab" pitchFamily="2" charset="0"/>
              <a:cs typeface="Roboto Slab" pitchFamily="2" charset="0"/>
            </a:endParaRPr>
          </a:p>
        </p:txBody>
      </p:sp>
      <p:sp>
        <p:nvSpPr>
          <p:cNvPr id="11" name="Text 8"/>
          <p:cNvSpPr/>
          <p:nvPr/>
        </p:nvSpPr>
        <p:spPr>
          <a:xfrm>
            <a:off x="10870763" y="4685971"/>
            <a:ext cx="2850713" cy="356235"/>
          </a:xfrm>
          <a:prstGeom prst="rect">
            <a:avLst/>
          </a:prstGeom>
          <a:noFill/>
          <a:ln/>
        </p:spPr>
        <p:txBody>
          <a:bodyPr wrap="none" lIns="0" tIns="0" rIns="0" bIns="0" rtlCol="0" anchor="t"/>
          <a:lstStyle/>
          <a:p>
            <a:pPr marL="0" indent="0">
              <a:lnSpc>
                <a:spcPts val="2800"/>
              </a:lnSpc>
              <a:buNone/>
            </a:pPr>
            <a:r>
              <a:rPr lang="en-US" sz="2200" dirty="0">
                <a:solidFill>
                  <a:srgbClr val="3B3535"/>
                </a:solidFill>
                <a:latin typeface="Roboto Slab" pitchFamily="2" charset="0"/>
                <a:ea typeface="Roboto Slab" pitchFamily="2" charset="0"/>
                <a:cs typeface="Roboto Slab" pitchFamily="2" charset="0"/>
              </a:rPr>
              <a:t>Concise</a:t>
            </a:r>
            <a:endParaRPr lang="en-US" sz="2200" dirty="0">
              <a:latin typeface="Roboto Slab" pitchFamily="2" charset="0"/>
              <a:ea typeface="Roboto Slab" pitchFamily="2" charset="0"/>
              <a:cs typeface="Roboto Slab" pitchFamily="2" charset="0"/>
            </a:endParaRPr>
          </a:p>
        </p:txBody>
      </p:sp>
      <p:sp>
        <p:nvSpPr>
          <p:cNvPr id="12" name="Text 9"/>
          <p:cNvSpPr/>
          <p:nvPr/>
        </p:nvSpPr>
        <p:spPr>
          <a:xfrm>
            <a:off x="10870763" y="5172103"/>
            <a:ext cx="3001447" cy="693420"/>
          </a:xfrm>
          <a:prstGeom prst="rect">
            <a:avLst/>
          </a:prstGeom>
          <a:noFill/>
          <a:ln/>
        </p:spPr>
        <p:txBody>
          <a:bodyPr wrap="square" lIns="0" tIns="0" rIns="0" bIns="0" rtlCol="0" anchor="t"/>
          <a:lstStyle/>
          <a:p>
            <a:pPr marL="0" indent="0">
              <a:lnSpc>
                <a:spcPts val="2700"/>
              </a:lnSpc>
              <a:buNone/>
            </a:pPr>
            <a:r>
              <a:rPr lang="en-US" sz="2000" dirty="0">
                <a:solidFill>
                  <a:srgbClr val="3B3535"/>
                </a:solidFill>
                <a:latin typeface="Roboto Slab" pitchFamily="2" charset="0"/>
                <a:ea typeface="Roboto Slab" pitchFamily="2" charset="0"/>
                <a:cs typeface="Roboto Slab" pitchFamily="2" charset="0"/>
              </a:rPr>
              <a:t>A resume is typically one page long.</a:t>
            </a:r>
          </a:p>
        </p:txBody>
      </p:sp>
      <p:sp>
        <p:nvSpPr>
          <p:cNvPr id="13" name="Shape 10"/>
          <p:cNvSpPr/>
          <p:nvPr/>
        </p:nvSpPr>
        <p:spPr>
          <a:xfrm>
            <a:off x="6244709" y="6219944"/>
            <a:ext cx="487442" cy="487442"/>
          </a:xfrm>
          <a:prstGeom prst="roundRect">
            <a:avLst>
              <a:gd name="adj" fmla="val 18669"/>
            </a:avLst>
          </a:prstGeom>
          <a:solidFill>
            <a:srgbClr val="D5DCF6"/>
          </a:solidFill>
          <a:ln w="7620">
            <a:solidFill>
              <a:srgbClr val="BBC2DC"/>
            </a:solidFill>
            <a:prstDash val="solid"/>
          </a:ln>
        </p:spPr>
      </p:sp>
      <p:sp>
        <p:nvSpPr>
          <p:cNvPr id="14" name="Text 11"/>
          <p:cNvSpPr/>
          <p:nvPr/>
        </p:nvSpPr>
        <p:spPr>
          <a:xfrm>
            <a:off x="6386155" y="6292572"/>
            <a:ext cx="204549"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3</a:t>
            </a:r>
            <a:endParaRPr lang="en-US" sz="2650" dirty="0">
              <a:latin typeface="Roboto Slab" pitchFamily="2" charset="0"/>
              <a:ea typeface="Roboto Slab" pitchFamily="2" charset="0"/>
              <a:cs typeface="Roboto Slab" pitchFamily="2" charset="0"/>
            </a:endParaRPr>
          </a:p>
        </p:txBody>
      </p:sp>
      <p:sp>
        <p:nvSpPr>
          <p:cNvPr id="15" name="Text 12"/>
          <p:cNvSpPr/>
          <p:nvPr/>
        </p:nvSpPr>
        <p:spPr>
          <a:xfrm>
            <a:off x="6948726" y="6219944"/>
            <a:ext cx="2850713" cy="356235"/>
          </a:xfrm>
          <a:prstGeom prst="rect">
            <a:avLst/>
          </a:prstGeom>
          <a:noFill/>
          <a:ln/>
        </p:spPr>
        <p:txBody>
          <a:bodyPr wrap="none" lIns="0" tIns="0" rIns="0" bIns="0" rtlCol="0" anchor="t"/>
          <a:lstStyle/>
          <a:p>
            <a:pPr marL="0" indent="0">
              <a:lnSpc>
                <a:spcPts val="2800"/>
              </a:lnSpc>
              <a:buNone/>
            </a:pPr>
            <a:r>
              <a:rPr lang="en-US" sz="2200" dirty="0">
                <a:solidFill>
                  <a:srgbClr val="3B3535"/>
                </a:solidFill>
                <a:latin typeface="Roboto Slab" pitchFamily="2" charset="0"/>
                <a:ea typeface="Roboto Slab" pitchFamily="2" charset="0"/>
                <a:cs typeface="Roboto Slab" pitchFamily="2" charset="0"/>
              </a:rPr>
              <a:t>Action-Oriented</a:t>
            </a:r>
            <a:endParaRPr lang="en-US" sz="2200" dirty="0">
              <a:latin typeface="Roboto Slab" pitchFamily="2" charset="0"/>
              <a:ea typeface="Roboto Slab" pitchFamily="2" charset="0"/>
              <a:cs typeface="Roboto Slab" pitchFamily="2" charset="0"/>
            </a:endParaRPr>
          </a:p>
        </p:txBody>
      </p:sp>
      <p:sp>
        <p:nvSpPr>
          <p:cNvPr id="16" name="Text 13"/>
          <p:cNvSpPr/>
          <p:nvPr/>
        </p:nvSpPr>
        <p:spPr>
          <a:xfrm>
            <a:off x="6948726" y="6706076"/>
            <a:ext cx="3358634" cy="1040130"/>
          </a:xfrm>
          <a:prstGeom prst="rect">
            <a:avLst/>
          </a:prstGeom>
          <a:noFill/>
          <a:ln/>
        </p:spPr>
        <p:txBody>
          <a:bodyPr wrap="square" lIns="0" tIns="0" rIns="0" bIns="0" rtlCol="0" anchor="t"/>
          <a:lstStyle/>
          <a:p>
            <a:pPr>
              <a:lnSpc>
                <a:spcPts val="2700"/>
              </a:lnSpc>
            </a:pPr>
            <a:r>
              <a:rPr lang="en-US" sz="2000" dirty="0">
                <a:solidFill>
                  <a:srgbClr val="3B3535"/>
                </a:solidFill>
                <a:latin typeface="Roboto Slab" pitchFamily="2" charset="0"/>
                <a:ea typeface="Roboto Slab" pitchFamily="2" charset="0"/>
                <a:cs typeface="Roboto Slab" pitchFamily="2" charset="0"/>
              </a:rPr>
              <a:t>It highlights the accomplishments and skills that are important for the job.</a:t>
            </a:r>
          </a:p>
        </p:txBody>
      </p:sp>
      <p:sp>
        <p:nvSpPr>
          <p:cNvPr id="17" name="Shape 14"/>
          <p:cNvSpPr/>
          <p:nvPr/>
        </p:nvSpPr>
        <p:spPr>
          <a:xfrm>
            <a:off x="10166747" y="6219944"/>
            <a:ext cx="487442" cy="487442"/>
          </a:xfrm>
          <a:prstGeom prst="roundRect">
            <a:avLst>
              <a:gd name="adj" fmla="val 18669"/>
            </a:avLst>
          </a:prstGeom>
          <a:solidFill>
            <a:srgbClr val="D5DCF6"/>
          </a:solidFill>
          <a:ln w="7620">
            <a:solidFill>
              <a:srgbClr val="BBC2DC"/>
            </a:solidFill>
            <a:prstDash val="solid"/>
          </a:ln>
        </p:spPr>
      </p:sp>
      <p:sp>
        <p:nvSpPr>
          <p:cNvPr id="18" name="Text 15"/>
          <p:cNvSpPr/>
          <p:nvPr/>
        </p:nvSpPr>
        <p:spPr>
          <a:xfrm>
            <a:off x="10307360" y="6292572"/>
            <a:ext cx="206216"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4</a:t>
            </a:r>
            <a:endParaRPr lang="en-US" sz="2650" dirty="0">
              <a:latin typeface="Roboto Slab" pitchFamily="2" charset="0"/>
              <a:ea typeface="Roboto Slab" pitchFamily="2" charset="0"/>
              <a:cs typeface="Roboto Slab" pitchFamily="2" charset="0"/>
            </a:endParaRPr>
          </a:p>
        </p:txBody>
      </p:sp>
      <p:sp>
        <p:nvSpPr>
          <p:cNvPr id="19" name="Text 16"/>
          <p:cNvSpPr/>
          <p:nvPr/>
        </p:nvSpPr>
        <p:spPr>
          <a:xfrm>
            <a:off x="10870763" y="6219944"/>
            <a:ext cx="2850713" cy="356235"/>
          </a:xfrm>
          <a:prstGeom prst="rect">
            <a:avLst/>
          </a:prstGeom>
          <a:noFill/>
          <a:ln/>
        </p:spPr>
        <p:txBody>
          <a:bodyPr wrap="none" lIns="0" tIns="0" rIns="0" bIns="0" rtlCol="0" anchor="t"/>
          <a:lstStyle/>
          <a:p>
            <a:pPr marL="0" indent="0">
              <a:lnSpc>
                <a:spcPts val="2800"/>
              </a:lnSpc>
              <a:buNone/>
            </a:pPr>
            <a:r>
              <a:rPr lang="en-US" sz="2200" dirty="0">
                <a:solidFill>
                  <a:srgbClr val="3B3535"/>
                </a:solidFill>
                <a:latin typeface="Roboto Slab" pitchFamily="2" charset="0"/>
                <a:ea typeface="Roboto Slab" pitchFamily="2" charset="0"/>
                <a:cs typeface="Roboto Slab" pitchFamily="2" charset="0"/>
              </a:rPr>
              <a:t>Professional</a:t>
            </a:r>
            <a:endParaRPr lang="en-US" sz="2200" dirty="0">
              <a:latin typeface="Roboto Slab" pitchFamily="2" charset="0"/>
              <a:ea typeface="Roboto Slab" pitchFamily="2" charset="0"/>
              <a:cs typeface="Roboto Slab" pitchFamily="2" charset="0"/>
            </a:endParaRPr>
          </a:p>
        </p:txBody>
      </p:sp>
      <p:sp>
        <p:nvSpPr>
          <p:cNvPr id="20" name="Text 17"/>
          <p:cNvSpPr/>
          <p:nvPr/>
        </p:nvSpPr>
        <p:spPr>
          <a:xfrm>
            <a:off x="10870763" y="6706076"/>
            <a:ext cx="3567132" cy="1040130"/>
          </a:xfrm>
          <a:prstGeom prst="rect">
            <a:avLst/>
          </a:prstGeom>
          <a:noFill/>
          <a:ln/>
        </p:spPr>
        <p:txBody>
          <a:bodyPr wrap="square" lIns="0" tIns="0" rIns="0" bIns="0" rtlCol="0" anchor="t"/>
          <a:lstStyle/>
          <a:p>
            <a:pPr>
              <a:lnSpc>
                <a:spcPts val="2700"/>
              </a:lnSpc>
            </a:pPr>
            <a:r>
              <a:rPr lang="en-US" sz="2000" dirty="0">
                <a:solidFill>
                  <a:srgbClr val="3B3535"/>
                </a:solidFill>
                <a:latin typeface="Roboto Slab" pitchFamily="2" charset="0"/>
                <a:ea typeface="Roboto Slab" pitchFamily="2" charset="0"/>
                <a:cs typeface="Roboto Slab" pitchFamily="2" charset="0"/>
              </a:rPr>
              <a:t>Resumes show information in a simple and organized way.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750"/>
                                        <p:tgtEl>
                                          <p:spTgt spid="6"/>
                                        </p:tgtEl>
                                      </p:cBhvr>
                                    </p:animEffect>
                                    <p:anim calcmode="lin" valueType="num">
                                      <p:cBhvr>
                                        <p:cTn id="15" dur="750" fill="hold"/>
                                        <p:tgtEl>
                                          <p:spTgt spid="6"/>
                                        </p:tgtEl>
                                        <p:attrNameLst>
                                          <p:attrName>ppt_x</p:attrName>
                                        </p:attrNameLst>
                                      </p:cBhvr>
                                      <p:tavLst>
                                        <p:tav tm="0">
                                          <p:val>
                                            <p:strVal val="#ppt_x"/>
                                          </p:val>
                                        </p:tav>
                                        <p:tav tm="100000">
                                          <p:val>
                                            <p:strVal val="#ppt_x"/>
                                          </p:val>
                                        </p:tav>
                                      </p:tavLst>
                                    </p:anim>
                                    <p:anim calcmode="lin" valueType="num">
                                      <p:cBhvr>
                                        <p:cTn id="16" dur="75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750"/>
                                        <p:tgtEl>
                                          <p:spTgt spid="5"/>
                                        </p:tgtEl>
                                      </p:cBhvr>
                                    </p:animEffect>
                                    <p:anim calcmode="lin" valueType="num">
                                      <p:cBhvr>
                                        <p:cTn id="20" dur="750" fill="hold"/>
                                        <p:tgtEl>
                                          <p:spTgt spid="5"/>
                                        </p:tgtEl>
                                        <p:attrNameLst>
                                          <p:attrName>ppt_x</p:attrName>
                                        </p:attrNameLst>
                                      </p:cBhvr>
                                      <p:tavLst>
                                        <p:tav tm="0">
                                          <p:val>
                                            <p:strVal val="#ppt_x"/>
                                          </p:val>
                                        </p:tav>
                                        <p:tav tm="100000">
                                          <p:val>
                                            <p:strVal val="#ppt_x"/>
                                          </p:val>
                                        </p:tav>
                                      </p:tavLst>
                                    </p:anim>
                                    <p:anim calcmode="lin" valueType="num">
                                      <p:cBhvr>
                                        <p:cTn id="21" dur="75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ppt_x</p:attrName>
                                        </p:attrNameLst>
                                      </p:cBhvr>
                                      <p:tavLst>
                                        <p:tav tm="0">
                                          <p:val>
                                            <p:strVal val="#ppt_x"/>
                                          </p:val>
                                        </p:tav>
                                        <p:tav tm="100000">
                                          <p:val>
                                            <p:strVal val="#ppt_x"/>
                                          </p:val>
                                        </p:tav>
                                      </p:tavLst>
                                    </p:anim>
                                    <p:anim calcmode="lin" valueType="num">
                                      <p:cBhvr>
                                        <p:cTn id="26" dur="75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750"/>
                                        <p:tgtEl>
                                          <p:spTgt spid="10"/>
                                        </p:tgtEl>
                                      </p:cBhvr>
                                    </p:animEffect>
                                    <p:anim calcmode="lin" valueType="num">
                                      <p:cBhvr>
                                        <p:cTn id="37" dur="750" fill="hold"/>
                                        <p:tgtEl>
                                          <p:spTgt spid="10"/>
                                        </p:tgtEl>
                                        <p:attrNameLst>
                                          <p:attrName>ppt_x</p:attrName>
                                        </p:attrNameLst>
                                      </p:cBhvr>
                                      <p:tavLst>
                                        <p:tav tm="0">
                                          <p:val>
                                            <p:strVal val="#ppt_x"/>
                                          </p:val>
                                        </p:tav>
                                        <p:tav tm="100000">
                                          <p:val>
                                            <p:strVal val="#ppt_x"/>
                                          </p:val>
                                        </p:tav>
                                      </p:tavLst>
                                    </p:anim>
                                    <p:anim calcmode="lin" valueType="num">
                                      <p:cBhvr>
                                        <p:cTn id="38" dur="75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750"/>
                                        <p:tgtEl>
                                          <p:spTgt spid="9"/>
                                        </p:tgtEl>
                                      </p:cBhvr>
                                    </p:animEffect>
                                    <p:anim calcmode="lin" valueType="num">
                                      <p:cBhvr>
                                        <p:cTn id="42" dur="750" fill="hold"/>
                                        <p:tgtEl>
                                          <p:spTgt spid="9"/>
                                        </p:tgtEl>
                                        <p:attrNameLst>
                                          <p:attrName>ppt_x</p:attrName>
                                        </p:attrNameLst>
                                      </p:cBhvr>
                                      <p:tavLst>
                                        <p:tav tm="0">
                                          <p:val>
                                            <p:strVal val="#ppt_x"/>
                                          </p:val>
                                        </p:tav>
                                        <p:tav tm="100000">
                                          <p:val>
                                            <p:strVal val="#ppt_x"/>
                                          </p:val>
                                        </p:tav>
                                      </p:tavLst>
                                    </p:anim>
                                    <p:anim calcmode="lin" valueType="num">
                                      <p:cBhvr>
                                        <p:cTn id="43" dur="75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750"/>
                                        <p:tgtEl>
                                          <p:spTgt spid="11"/>
                                        </p:tgtEl>
                                      </p:cBhvr>
                                    </p:animEffect>
                                    <p:anim calcmode="lin" valueType="num">
                                      <p:cBhvr>
                                        <p:cTn id="47" dur="750" fill="hold"/>
                                        <p:tgtEl>
                                          <p:spTgt spid="11"/>
                                        </p:tgtEl>
                                        <p:attrNameLst>
                                          <p:attrName>ppt_x</p:attrName>
                                        </p:attrNameLst>
                                      </p:cBhvr>
                                      <p:tavLst>
                                        <p:tav tm="0">
                                          <p:val>
                                            <p:strVal val="#ppt_x"/>
                                          </p:val>
                                        </p:tav>
                                        <p:tav tm="100000">
                                          <p:val>
                                            <p:strVal val="#ppt_x"/>
                                          </p:val>
                                        </p:tav>
                                      </p:tavLst>
                                    </p:anim>
                                    <p:anim calcmode="lin" valueType="num">
                                      <p:cBhvr>
                                        <p:cTn id="48" dur="75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50"/>
                                        <p:tgtEl>
                                          <p:spTgt spid="12"/>
                                        </p:tgtEl>
                                      </p:cBhvr>
                                    </p:animEffect>
                                    <p:anim calcmode="lin" valueType="num">
                                      <p:cBhvr>
                                        <p:cTn id="52" dur="750" fill="hold"/>
                                        <p:tgtEl>
                                          <p:spTgt spid="12"/>
                                        </p:tgtEl>
                                        <p:attrNameLst>
                                          <p:attrName>ppt_x</p:attrName>
                                        </p:attrNameLst>
                                      </p:cBhvr>
                                      <p:tavLst>
                                        <p:tav tm="0">
                                          <p:val>
                                            <p:strVal val="#ppt_x"/>
                                          </p:val>
                                        </p:tav>
                                        <p:tav tm="100000">
                                          <p:val>
                                            <p:strVal val="#ppt_x"/>
                                          </p:val>
                                        </p:tav>
                                      </p:tavLst>
                                    </p:anim>
                                    <p:anim calcmode="lin" valueType="num">
                                      <p:cBhvr>
                                        <p:cTn id="53" dur="7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50"/>
                                        <p:tgtEl>
                                          <p:spTgt spid="14"/>
                                        </p:tgtEl>
                                      </p:cBhvr>
                                    </p:animEffect>
                                    <p:anim calcmode="lin" valueType="num">
                                      <p:cBhvr>
                                        <p:cTn id="59" dur="750" fill="hold"/>
                                        <p:tgtEl>
                                          <p:spTgt spid="14"/>
                                        </p:tgtEl>
                                        <p:attrNameLst>
                                          <p:attrName>ppt_x</p:attrName>
                                        </p:attrNameLst>
                                      </p:cBhvr>
                                      <p:tavLst>
                                        <p:tav tm="0">
                                          <p:val>
                                            <p:strVal val="#ppt_x"/>
                                          </p:val>
                                        </p:tav>
                                        <p:tav tm="100000">
                                          <p:val>
                                            <p:strVal val="#ppt_x"/>
                                          </p:val>
                                        </p:tav>
                                      </p:tavLst>
                                    </p:anim>
                                    <p:anim calcmode="lin" valueType="num">
                                      <p:cBhvr>
                                        <p:cTn id="60" dur="75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750"/>
                                        <p:tgtEl>
                                          <p:spTgt spid="13"/>
                                        </p:tgtEl>
                                      </p:cBhvr>
                                    </p:animEffect>
                                    <p:anim calcmode="lin" valueType="num">
                                      <p:cBhvr>
                                        <p:cTn id="64" dur="750" fill="hold"/>
                                        <p:tgtEl>
                                          <p:spTgt spid="13"/>
                                        </p:tgtEl>
                                        <p:attrNameLst>
                                          <p:attrName>ppt_x</p:attrName>
                                        </p:attrNameLst>
                                      </p:cBhvr>
                                      <p:tavLst>
                                        <p:tav tm="0">
                                          <p:val>
                                            <p:strVal val="#ppt_x"/>
                                          </p:val>
                                        </p:tav>
                                        <p:tav tm="100000">
                                          <p:val>
                                            <p:strVal val="#ppt_x"/>
                                          </p:val>
                                        </p:tav>
                                      </p:tavLst>
                                    </p:anim>
                                    <p:anim calcmode="lin" valueType="num">
                                      <p:cBhvr>
                                        <p:cTn id="65" dur="750" fill="hold"/>
                                        <p:tgtEl>
                                          <p:spTgt spid="13"/>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750"/>
                                        <p:tgtEl>
                                          <p:spTgt spid="15"/>
                                        </p:tgtEl>
                                      </p:cBhvr>
                                    </p:animEffect>
                                    <p:anim calcmode="lin" valueType="num">
                                      <p:cBhvr>
                                        <p:cTn id="69" dur="750" fill="hold"/>
                                        <p:tgtEl>
                                          <p:spTgt spid="15"/>
                                        </p:tgtEl>
                                        <p:attrNameLst>
                                          <p:attrName>ppt_x</p:attrName>
                                        </p:attrNameLst>
                                      </p:cBhvr>
                                      <p:tavLst>
                                        <p:tav tm="0">
                                          <p:val>
                                            <p:strVal val="#ppt_x"/>
                                          </p:val>
                                        </p:tav>
                                        <p:tav tm="100000">
                                          <p:val>
                                            <p:strVal val="#ppt_x"/>
                                          </p:val>
                                        </p:tav>
                                      </p:tavLst>
                                    </p:anim>
                                    <p:anim calcmode="lin" valueType="num">
                                      <p:cBhvr>
                                        <p:cTn id="70" dur="750" fill="hold"/>
                                        <p:tgtEl>
                                          <p:spTgt spid="1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750"/>
                                        <p:tgtEl>
                                          <p:spTgt spid="16"/>
                                        </p:tgtEl>
                                      </p:cBhvr>
                                    </p:animEffect>
                                    <p:anim calcmode="lin" valueType="num">
                                      <p:cBhvr>
                                        <p:cTn id="74" dur="750" fill="hold"/>
                                        <p:tgtEl>
                                          <p:spTgt spid="16"/>
                                        </p:tgtEl>
                                        <p:attrNameLst>
                                          <p:attrName>ppt_x</p:attrName>
                                        </p:attrNameLst>
                                      </p:cBhvr>
                                      <p:tavLst>
                                        <p:tav tm="0">
                                          <p:val>
                                            <p:strVal val="#ppt_x"/>
                                          </p:val>
                                        </p:tav>
                                        <p:tav tm="100000">
                                          <p:val>
                                            <p:strVal val="#ppt_x"/>
                                          </p:val>
                                        </p:tav>
                                      </p:tavLst>
                                    </p:anim>
                                    <p:anim calcmode="lin" valueType="num">
                                      <p:cBhvr>
                                        <p:cTn id="75" dur="7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750"/>
                                        <p:tgtEl>
                                          <p:spTgt spid="18"/>
                                        </p:tgtEl>
                                      </p:cBhvr>
                                    </p:animEffect>
                                    <p:anim calcmode="lin" valueType="num">
                                      <p:cBhvr>
                                        <p:cTn id="81" dur="750" fill="hold"/>
                                        <p:tgtEl>
                                          <p:spTgt spid="18"/>
                                        </p:tgtEl>
                                        <p:attrNameLst>
                                          <p:attrName>ppt_x</p:attrName>
                                        </p:attrNameLst>
                                      </p:cBhvr>
                                      <p:tavLst>
                                        <p:tav tm="0">
                                          <p:val>
                                            <p:strVal val="#ppt_x"/>
                                          </p:val>
                                        </p:tav>
                                        <p:tav tm="100000">
                                          <p:val>
                                            <p:strVal val="#ppt_x"/>
                                          </p:val>
                                        </p:tav>
                                      </p:tavLst>
                                    </p:anim>
                                    <p:anim calcmode="lin" valueType="num">
                                      <p:cBhvr>
                                        <p:cTn id="82" dur="750" fill="hold"/>
                                        <p:tgtEl>
                                          <p:spTgt spid="18"/>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750"/>
                                        <p:tgtEl>
                                          <p:spTgt spid="17"/>
                                        </p:tgtEl>
                                      </p:cBhvr>
                                    </p:animEffect>
                                    <p:anim calcmode="lin" valueType="num">
                                      <p:cBhvr>
                                        <p:cTn id="86" dur="750" fill="hold"/>
                                        <p:tgtEl>
                                          <p:spTgt spid="17"/>
                                        </p:tgtEl>
                                        <p:attrNameLst>
                                          <p:attrName>ppt_x</p:attrName>
                                        </p:attrNameLst>
                                      </p:cBhvr>
                                      <p:tavLst>
                                        <p:tav tm="0">
                                          <p:val>
                                            <p:strVal val="#ppt_x"/>
                                          </p:val>
                                        </p:tav>
                                        <p:tav tm="100000">
                                          <p:val>
                                            <p:strVal val="#ppt_x"/>
                                          </p:val>
                                        </p:tav>
                                      </p:tavLst>
                                    </p:anim>
                                    <p:anim calcmode="lin" valueType="num">
                                      <p:cBhvr>
                                        <p:cTn id="87" dur="750" fill="hold"/>
                                        <p:tgtEl>
                                          <p:spTgt spid="17"/>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750"/>
                                        <p:tgtEl>
                                          <p:spTgt spid="19"/>
                                        </p:tgtEl>
                                      </p:cBhvr>
                                    </p:animEffect>
                                    <p:anim calcmode="lin" valueType="num">
                                      <p:cBhvr>
                                        <p:cTn id="91" dur="750" fill="hold"/>
                                        <p:tgtEl>
                                          <p:spTgt spid="19"/>
                                        </p:tgtEl>
                                        <p:attrNameLst>
                                          <p:attrName>ppt_x</p:attrName>
                                        </p:attrNameLst>
                                      </p:cBhvr>
                                      <p:tavLst>
                                        <p:tav tm="0">
                                          <p:val>
                                            <p:strVal val="#ppt_x"/>
                                          </p:val>
                                        </p:tav>
                                        <p:tav tm="100000">
                                          <p:val>
                                            <p:strVal val="#ppt_x"/>
                                          </p:val>
                                        </p:tav>
                                      </p:tavLst>
                                    </p:anim>
                                    <p:anim calcmode="lin" valueType="num">
                                      <p:cBhvr>
                                        <p:cTn id="92" dur="750" fill="hold"/>
                                        <p:tgtEl>
                                          <p:spTgt spid="1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750"/>
                                        <p:tgtEl>
                                          <p:spTgt spid="20"/>
                                        </p:tgtEl>
                                      </p:cBhvr>
                                    </p:animEffect>
                                    <p:anim calcmode="lin" valueType="num">
                                      <p:cBhvr>
                                        <p:cTn id="96" dur="750" fill="hold"/>
                                        <p:tgtEl>
                                          <p:spTgt spid="20"/>
                                        </p:tgtEl>
                                        <p:attrNameLst>
                                          <p:attrName>ppt_x</p:attrName>
                                        </p:attrNameLst>
                                      </p:cBhvr>
                                      <p:tavLst>
                                        <p:tav tm="0">
                                          <p:val>
                                            <p:strVal val="#ppt_x"/>
                                          </p:val>
                                        </p:tav>
                                        <p:tav tm="100000">
                                          <p:val>
                                            <p:strVal val="#ppt_x"/>
                                          </p:val>
                                        </p:tav>
                                      </p:tavLst>
                                    </p:anim>
                                    <p:anim calcmode="lin" valueType="num">
                                      <p:cBhvr>
                                        <p:cTn id="97" dur="75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44709" y="586145"/>
            <a:ext cx="5701546" cy="712708"/>
          </a:xfrm>
          <a:prstGeom prst="rect">
            <a:avLst/>
          </a:prstGeom>
          <a:noFill/>
          <a:ln/>
        </p:spPr>
        <p:txBody>
          <a:bodyPr wrap="none" lIns="0" tIns="0" rIns="0" bIns="0" rtlCol="0" anchor="t"/>
          <a:lstStyle/>
          <a:p>
            <a:pPr marL="0" indent="0" rtl="0" eaLnBrk="1" latinLnBrk="0" hangingPunct="1">
              <a:lnSpc>
                <a:spcPts val="5600"/>
              </a:lnSpc>
              <a:spcBef>
                <a:spcPts val="0"/>
              </a:spcBef>
              <a:spcAft>
                <a:spcPts val="0"/>
              </a:spcAft>
            </a:pPr>
            <a:r>
              <a:rPr lang="en-US" sz="5400" dirty="0">
                <a:solidFill>
                  <a:srgbClr val="1F1E1E"/>
                </a:solidFill>
                <a:latin typeface="Roboto Slab" pitchFamily="2" charset="0"/>
                <a:ea typeface="Roboto Slab" pitchFamily="2" charset="0"/>
                <a:cs typeface="Roboto Slab" pitchFamily="2" charset="0"/>
              </a:rPr>
              <a:t>What is a </a:t>
            </a:r>
          </a:p>
          <a:p>
            <a:pPr marL="0" indent="0" rtl="0" eaLnBrk="1" latinLnBrk="0" hangingPunct="1">
              <a:lnSpc>
                <a:spcPts val="5600"/>
              </a:lnSpc>
              <a:spcBef>
                <a:spcPts val="0"/>
              </a:spcBef>
              <a:spcAft>
                <a:spcPts val="0"/>
              </a:spcAft>
            </a:pPr>
            <a:r>
              <a:rPr lang="en-US" sz="5400" dirty="0">
                <a:solidFill>
                  <a:srgbClr val="1F1E1E"/>
                </a:solidFill>
                <a:latin typeface="Roboto Slab" pitchFamily="2" charset="0"/>
                <a:ea typeface="Roboto Slab" pitchFamily="2" charset="0"/>
                <a:cs typeface="Roboto Slab" pitchFamily="2" charset="0"/>
              </a:rPr>
              <a:t>Curriculum Vitae (CV)?</a:t>
            </a:r>
            <a:endParaRPr lang="en-IN" sz="5400" dirty="0">
              <a:solidFill>
                <a:srgbClr val="1F1E1E"/>
              </a:solidFill>
              <a:latin typeface="Roboto Slab" pitchFamily="2" charset="0"/>
              <a:ea typeface="Roboto Slab" pitchFamily="2" charset="0"/>
              <a:cs typeface="Roboto Slab" pitchFamily="2" charset="0"/>
            </a:endParaRPr>
          </a:p>
        </p:txBody>
      </p:sp>
      <p:sp>
        <p:nvSpPr>
          <p:cNvPr id="4" name="Text 1"/>
          <p:cNvSpPr/>
          <p:nvPr/>
        </p:nvSpPr>
        <p:spPr>
          <a:xfrm>
            <a:off x="6256139" y="2046684"/>
            <a:ext cx="8210632" cy="3184922"/>
          </a:xfrm>
          <a:prstGeom prst="rect">
            <a:avLst/>
          </a:prstGeom>
          <a:noFill/>
          <a:ln/>
        </p:spPr>
        <p:txBody>
          <a:bodyPr wrap="square" lIns="0" tIns="0" rIns="0" bIns="0" rtlCol="0" anchor="t"/>
          <a:lstStyle/>
          <a:p>
            <a:pPr algn="just"/>
            <a:r>
              <a:rPr lang="en-US" sz="3000" dirty="0">
                <a:latin typeface="Roboto Slab" pitchFamily="2" charset="0"/>
                <a:ea typeface="Roboto Slab" pitchFamily="2" charset="0"/>
                <a:cs typeface="Roboto Slab" pitchFamily="2" charset="0"/>
              </a:rPr>
              <a:t>A CV (Curriculum Vitae) is a detailed document that outlines your academic and professional achievements, work experience, skills, and other qualifications. It is typically longer than a resume and provides a more comprehensive overview of your career.</a:t>
            </a:r>
          </a:p>
        </p:txBody>
      </p:sp>
      <p:sp>
        <p:nvSpPr>
          <p:cNvPr id="5" name="Shape 2"/>
          <p:cNvSpPr/>
          <p:nvPr/>
        </p:nvSpPr>
        <p:spPr>
          <a:xfrm>
            <a:off x="6244709" y="5231606"/>
            <a:ext cx="487442" cy="487442"/>
          </a:xfrm>
          <a:prstGeom prst="roundRect">
            <a:avLst>
              <a:gd name="adj" fmla="val 18669"/>
            </a:avLst>
          </a:prstGeom>
          <a:solidFill>
            <a:srgbClr val="D5DCF6"/>
          </a:solidFill>
          <a:ln w="7620">
            <a:solidFill>
              <a:srgbClr val="BBC2DC"/>
            </a:solidFill>
            <a:prstDash val="solid"/>
          </a:ln>
        </p:spPr>
      </p:sp>
      <p:sp>
        <p:nvSpPr>
          <p:cNvPr id="6" name="Text 3"/>
          <p:cNvSpPr/>
          <p:nvPr/>
        </p:nvSpPr>
        <p:spPr>
          <a:xfrm>
            <a:off x="6421160" y="5304234"/>
            <a:ext cx="134422"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1</a:t>
            </a:r>
            <a:endParaRPr lang="en-US" sz="2650" dirty="0">
              <a:latin typeface="Roboto Slab" pitchFamily="2" charset="0"/>
              <a:ea typeface="Roboto Slab" pitchFamily="2" charset="0"/>
              <a:cs typeface="Roboto Slab" pitchFamily="2" charset="0"/>
            </a:endParaRPr>
          </a:p>
        </p:txBody>
      </p:sp>
      <p:sp>
        <p:nvSpPr>
          <p:cNvPr id="7" name="Text 4"/>
          <p:cNvSpPr/>
          <p:nvPr/>
        </p:nvSpPr>
        <p:spPr>
          <a:xfrm>
            <a:off x="6948726" y="5231606"/>
            <a:ext cx="2850713" cy="356235"/>
          </a:xfrm>
          <a:prstGeom prst="rect">
            <a:avLst/>
          </a:prstGeom>
          <a:noFill/>
          <a:ln/>
        </p:spPr>
        <p:txBody>
          <a:bodyPr wrap="none" lIns="0" tIns="0" rIns="0" bIns="0" rtlCol="0" anchor="t"/>
          <a:lstStyle/>
          <a:p>
            <a:pPr>
              <a:lnSpc>
                <a:spcPts val="2800"/>
              </a:lnSpc>
            </a:pPr>
            <a:r>
              <a:rPr lang="en-US" sz="2200" dirty="0">
                <a:solidFill>
                  <a:srgbClr val="1F1E1E"/>
                </a:solidFill>
                <a:latin typeface="Roboto Slab" pitchFamily="2" charset="0"/>
                <a:ea typeface="Roboto Slab" pitchFamily="2" charset="0"/>
                <a:cs typeface="Roboto Slab" pitchFamily="2" charset="0"/>
              </a:rPr>
              <a:t>Length</a:t>
            </a:r>
            <a:endParaRPr lang="en-US" sz="2200" dirty="0">
              <a:latin typeface="Roboto Slab" pitchFamily="2" charset="0"/>
              <a:ea typeface="Roboto Slab" pitchFamily="2" charset="0"/>
              <a:cs typeface="Roboto Slab" pitchFamily="2" charset="0"/>
            </a:endParaRPr>
          </a:p>
          <a:p>
            <a:pPr marL="0" indent="0">
              <a:lnSpc>
                <a:spcPts val="2800"/>
              </a:lnSpc>
              <a:buNone/>
            </a:pPr>
            <a:endParaRPr lang="en-US" sz="2200" dirty="0">
              <a:latin typeface="Roboto Slab" pitchFamily="2" charset="0"/>
              <a:ea typeface="Roboto Slab" pitchFamily="2" charset="0"/>
              <a:cs typeface="Roboto Slab" pitchFamily="2" charset="0"/>
            </a:endParaRPr>
          </a:p>
        </p:txBody>
      </p:sp>
      <p:sp>
        <p:nvSpPr>
          <p:cNvPr id="8" name="Text 5"/>
          <p:cNvSpPr/>
          <p:nvPr/>
        </p:nvSpPr>
        <p:spPr>
          <a:xfrm>
            <a:off x="6948726" y="5717738"/>
            <a:ext cx="3001447" cy="693420"/>
          </a:xfrm>
          <a:prstGeom prst="rect">
            <a:avLst/>
          </a:prstGeom>
          <a:noFill/>
          <a:ln/>
        </p:spPr>
        <p:txBody>
          <a:bodyPr wrap="square" lIns="0" tIns="0" rIns="0" bIns="0" rtlCol="0" anchor="t"/>
          <a:lstStyle/>
          <a:p>
            <a:pPr>
              <a:lnSpc>
                <a:spcPts val="2700"/>
              </a:lnSpc>
            </a:pPr>
            <a:r>
              <a:rPr lang="en-US" sz="1700" dirty="0">
                <a:solidFill>
                  <a:srgbClr val="3B3535"/>
                </a:solidFill>
                <a:latin typeface="Roboto Slab" pitchFamily="2" charset="0"/>
                <a:ea typeface="Roboto Slab" pitchFamily="2" charset="0"/>
                <a:cs typeface="Roboto Slab" pitchFamily="2" charset="0"/>
              </a:rPr>
              <a:t>CVs are typically longer than resumes.</a:t>
            </a:r>
            <a:endParaRPr lang="en-US" sz="1700" dirty="0">
              <a:latin typeface="Roboto Slab" pitchFamily="2" charset="0"/>
              <a:ea typeface="Roboto Slab" pitchFamily="2" charset="0"/>
              <a:cs typeface="Roboto Slab" pitchFamily="2" charset="0"/>
            </a:endParaRPr>
          </a:p>
          <a:p>
            <a:pPr marL="0" indent="0">
              <a:lnSpc>
                <a:spcPts val="2700"/>
              </a:lnSpc>
              <a:buNone/>
            </a:pPr>
            <a:endParaRPr lang="en-US" sz="1700" dirty="0">
              <a:latin typeface="Roboto Slab" pitchFamily="2" charset="0"/>
              <a:ea typeface="Roboto Slab" pitchFamily="2" charset="0"/>
              <a:cs typeface="Roboto Slab" pitchFamily="2" charset="0"/>
            </a:endParaRPr>
          </a:p>
        </p:txBody>
      </p:sp>
      <p:sp>
        <p:nvSpPr>
          <p:cNvPr id="9" name="Shape 6"/>
          <p:cNvSpPr/>
          <p:nvPr/>
        </p:nvSpPr>
        <p:spPr>
          <a:xfrm>
            <a:off x="10166747" y="5231606"/>
            <a:ext cx="487442" cy="487442"/>
          </a:xfrm>
          <a:prstGeom prst="roundRect">
            <a:avLst>
              <a:gd name="adj" fmla="val 18669"/>
            </a:avLst>
          </a:prstGeom>
          <a:solidFill>
            <a:srgbClr val="D5DCF6"/>
          </a:solidFill>
          <a:ln w="7620">
            <a:solidFill>
              <a:srgbClr val="BBC2DC"/>
            </a:solidFill>
            <a:prstDash val="solid"/>
          </a:ln>
        </p:spPr>
      </p:sp>
      <p:sp>
        <p:nvSpPr>
          <p:cNvPr id="10" name="Text 7"/>
          <p:cNvSpPr/>
          <p:nvPr/>
        </p:nvSpPr>
        <p:spPr>
          <a:xfrm>
            <a:off x="10308312" y="5304234"/>
            <a:ext cx="204192"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2</a:t>
            </a:r>
            <a:endParaRPr lang="en-US" sz="2650" dirty="0">
              <a:latin typeface="Roboto Slab" pitchFamily="2" charset="0"/>
              <a:ea typeface="Roboto Slab" pitchFamily="2" charset="0"/>
              <a:cs typeface="Roboto Slab" pitchFamily="2" charset="0"/>
            </a:endParaRPr>
          </a:p>
        </p:txBody>
      </p:sp>
      <p:sp>
        <p:nvSpPr>
          <p:cNvPr id="11" name="Text 8"/>
          <p:cNvSpPr/>
          <p:nvPr/>
        </p:nvSpPr>
        <p:spPr>
          <a:xfrm>
            <a:off x="10870763" y="5231606"/>
            <a:ext cx="2850713" cy="356235"/>
          </a:xfrm>
          <a:prstGeom prst="rect">
            <a:avLst/>
          </a:prstGeom>
          <a:noFill/>
          <a:ln/>
        </p:spPr>
        <p:txBody>
          <a:bodyPr wrap="none" lIns="0" tIns="0" rIns="0" bIns="0" rtlCol="0" anchor="t"/>
          <a:lstStyle/>
          <a:p>
            <a:pPr>
              <a:lnSpc>
                <a:spcPts val="2800"/>
              </a:lnSpc>
            </a:pPr>
            <a:r>
              <a:rPr lang="en-US" sz="2200" dirty="0">
                <a:solidFill>
                  <a:srgbClr val="1F1E1E"/>
                </a:solidFill>
                <a:latin typeface="Roboto Slab" pitchFamily="2" charset="0"/>
                <a:ea typeface="Roboto Slab" pitchFamily="2" charset="0"/>
                <a:cs typeface="Roboto Slab" pitchFamily="2" charset="0"/>
              </a:rPr>
              <a:t>Focus</a:t>
            </a:r>
            <a:endParaRPr lang="en-US" sz="2200" dirty="0">
              <a:latin typeface="Roboto Slab" pitchFamily="2" charset="0"/>
              <a:ea typeface="Roboto Slab" pitchFamily="2" charset="0"/>
              <a:cs typeface="Roboto Slab" pitchFamily="2" charset="0"/>
            </a:endParaRPr>
          </a:p>
        </p:txBody>
      </p:sp>
      <p:sp>
        <p:nvSpPr>
          <p:cNvPr id="12" name="Text 9"/>
          <p:cNvSpPr/>
          <p:nvPr/>
        </p:nvSpPr>
        <p:spPr>
          <a:xfrm>
            <a:off x="10813012" y="5717738"/>
            <a:ext cx="3759637" cy="693420"/>
          </a:xfrm>
          <a:prstGeom prst="rect">
            <a:avLst/>
          </a:prstGeom>
          <a:noFill/>
          <a:ln/>
        </p:spPr>
        <p:txBody>
          <a:bodyPr wrap="square" lIns="0" tIns="0" rIns="0" bIns="0" rtlCol="0" anchor="t"/>
          <a:lstStyle/>
          <a:p>
            <a:pPr>
              <a:lnSpc>
                <a:spcPts val="2700"/>
              </a:lnSpc>
            </a:pPr>
            <a:r>
              <a:rPr lang="en-US" sz="1700" dirty="0">
                <a:solidFill>
                  <a:srgbClr val="3B3535"/>
                </a:solidFill>
                <a:latin typeface="Roboto Slab" pitchFamily="2" charset="0"/>
                <a:ea typeface="Roboto Slab" pitchFamily="2" charset="0"/>
                <a:cs typeface="Roboto Slab" pitchFamily="2" charset="0"/>
              </a:rPr>
              <a:t>CVs focus on research achievements like </a:t>
            </a:r>
            <a:r>
              <a:rPr lang="en-IN" sz="1700" dirty="0">
                <a:solidFill>
                  <a:srgbClr val="3B3535"/>
                </a:solidFill>
                <a:latin typeface="Roboto Slab" pitchFamily="2" charset="0"/>
                <a:ea typeface="Roboto Slab" pitchFamily="2" charset="0"/>
                <a:cs typeface="Roboto Slab" pitchFamily="2" charset="0"/>
              </a:rPr>
              <a:t>Publications, Research Projects, etc.</a:t>
            </a:r>
            <a:endParaRPr lang="en-US" sz="1700" dirty="0">
              <a:solidFill>
                <a:srgbClr val="3B3535"/>
              </a:solidFill>
              <a:latin typeface="Roboto Slab" pitchFamily="2" charset="0"/>
              <a:ea typeface="Roboto Slab" pitchFamily="2" charset="0"/>
              <a:cs typeface="Roboto Slab" pitchFamily="2" charset="0"/>
            </a:endParaRPr>
          </a:p>
        </p:txBody>
      </p:sp>
      <p:sp>
        <p:nvSpPr>
          <p:cNvPr id="13" name="Shape 10"/>
          <p:cNvSpPr/>
          <p:nvPr/>
        </p:nvSpPr>
        <p:spPr>
          <a:xfrm>
            <a:off x="6244709" y="6654284"/>
            <a:ext cx="487442" cy="487442"/>
          </a:xfrm>
          <a:prstGeom prst="roundRect">
            <a:avLst>
              <a:gd name="adj" fmla="val 18669"/>
            </a:avLst>
          </a:prstGeom>
          <a:solidFill>
            <a:srgbClr val="D5DCF6"/>
          </a:solidFill>
          <a:ln w="7620">
            <a:solidFill>
              <a:srgbClr val="BBC2DC"/>
            </a:solidFill>
            <a:prstDash val="solid"/>
          </a:ln>
        </p:spPr>
      </p:sp>
      <p:sp>
        <p:nvSpPr>
          <p:cNvPr id="14" name="Text 11"/>
          <p:cNvSpPr/>
          <p:nvPr/>
        </p:nvSpPr>
        <p:spPr>
          <a:xfrm>
            <a:off x="6386155" y="6726912"/>
            <a:ext cx="204549"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3</a:t>
            </a:r>
            <a:endParaRPr lang="en-US" sz="2650" dirty="0">
              <a:latin typeface="Roboto Slab" pitchFamily="2" charset="0"/>
              <a:ea typeface="Roboto Slab" pitchFamily="2" charset="0"/>
              <a:cs typeface="Roboto Slab" pitchFamily="2" charset="0"/>
            </a:endParaRPr>
          </a:p>
        </p:txBody>
      </p:sp>
      <p:sp>
        <p:nvSpPr>
          <p:cNvPr id="15" name="Text 12"/>
          <p:cNvSpPr/>
          <p:nvPr/>
        </p:nvSpPr>
        <p:spPr>
          <a:xfrm>
            <a:off x="6948726" y="6654284"/>
            <a:ext cx="2850713" cy="356235"/>
          </a:xfrm>
          <a:prstGeom prst="rect">
            <a:avLst/>
          </a:prstGeom>
          <a:noFill/>
          <a:ln/>
        </p:spPr>
        <p:txBody>
          <a:bodyPr wrap="none" lIns="0" tIns="0" rIns="0" bIns="0" rtlCol="0" anchor="t"/>
          <a:lstStyle/>
          <a:p>
            <a:pPr>
              <a:lnSpc>
                <a:spcPts val="2800"/>
              </a:lnSpc>
            </a:pPr>
            <a:r>
              <a:rPr lang="en-US" sz="2200" dirty="0">
                <a:solidFill>
                  <a:srgbClr val="1F1E1E"/>
                </a:solidFill>
                <a:latin typeface="Roboto Slab" pitchFamily="2" charset="0"/>
                <a:ea typeface="Roboto Slab" pitchFamily="2" charset="0"/>
                <a:cs typeface="Roboto Slab" pitchFamily="2" charset="0"/>
              </a:rPr>
              <a:t>Content</a:t>
            </a:r>
            <a:endParaRPr lang="en-US" sz="2200" dirty="0">
              <a:latin typeface="Roboto Slab" pitchFamily="2" charset="0"/>
              <a:ea typeface="Roboto Slab" pitchFamily="2" charset="0"/>
              <a:cs typeface="Roboto Slab" pitchFamily="2" charset="0"/>
            </a:endParaRPr>
          </a:p>
        </p:txBody>
      </p:sp>
      <p:sp>
        <p:nvSpPr>
          <p:cNvPr id="16" name="Text 13"/>
          <p:cNvSpPr/>
          <p:nvPr/>
        </p:nvSpPr>
        <p:spPr>
          <a:xfrm>
            <a:off x="6948725" y="7014686"/>
            <a:ext cx="7395923" cy="1040130"/>
          </a:xfrm>
          <a:prstGeom prst="rect">
            <a:avLst/>
          </a:prstGeom>
          <a:noFill/>
          <a:ln/>
        </p:spPr>
        <p:txBody>
          <a:bodyPr wrap="square" lIns="0" tIns="0" rIns="0" bIns="0" rtlCol="0" anchor="t"/>
          <a:lstStyle/>
          <a:p>
            <a:pPr>
              <a:lnSpc>
                <a:spcPts val="2700"/>
              </a:lnSpc>
            </a:pPr>
            <a:r>
              <a:rPr lang="en-US" sz="1700" dirty="0">
                <a:solidFill>
                  <a:srgbClr val="3B3535"/>
                </a:solidFill>
                <a:latin typeface="Roboto Slab" pitchFamily="2" charset="0"/>
                <a:ea typeface="Roboto Slab" pitchFamily="2" charset="0"/>
                <a:cs typeface="Roboto Slab" pitchFamily="2" charset="0"/>
              </a:rPr>
              <a:t>CVs include a complete academic history, publications, presentations, and research experience.</a:t>
            </a:r>
            <a:endParaRPr lang="en-US" sz="1700" dirty="0">
              <a:latin typeface="Roboto Slab" pitchFamily="2" charset="0"/>
              <a:ea typeface="Roboto Slab" pitchFamily="2" charset="0"/>
              <a:cs typeface="Roboto Slab" pitchFamily="2" charset="0"/>
            </a:endParaRPr>
          </a:p>
          <a:p>
            <a:pPr marL="0" indent="0">
              <a:lnSpc>
                <a:spcPts val="2700"/>
              </a:lnSpc>
              <a:buNone/>
            </a:pPr>
            <a:endParaRPr lang="en-US" sz="1700" dirty="0">
              <a:latin typeface="Roboto Slab" pitchFamily="2" charset="0"/>
              <a:ea typeface="Roboto Slab" pitchFamily="2" charset="0"/>
              <a:cs typeface="Roboto Slab" pitchFamily="2" charset="0"/>
            </a:endParaRPr>
          </a:p>
        </p:txBody>
      </p:sp>
      <p:pic>
        <p:nvPicPr>
          <p:cNvPr id="21" name="Image 0" descr="preencoded.png">
            <a:extLst>
              <a:ext uri="{FF2B5EF4-FFF2-40B4-BE49-F238E27FC236}">
                <a16:creationId xmlns:a16="http://schemas.microsoft.com/office/drawing/2014/main" id="{783BE861-7408-0840-061A-934FC8459442}"/>
              </a:ext>
            </a:extLst>
          </p:cNvPr>
          <p:cNvPicPr>
            <a:picLocks noChangeAspect="1"/>
          </p:cNvPicPr>
          <p:nvPr/>
        </p:nvPicPr>
        <p:blipFill>
          <a:blip r:embed="rId3"/>
          <a:stretch>
            <a:fillRect/>
          </a:stretch>
        </p:blipFill>
        <p:spPr>
          <a:xfrm>
            <a:off x="0" y="0"/>
            <a:ext cx="5486400" cy="8229600"/>
          </a:xfrm>
          <a:prstGeom prst="rect">
            <a:avLst/>
          </a:prstGeom>
        </p:spPr>
      </p:pic>
    </p:spTree>
    <p:extLst>
      <p:ext uri="{BB962C8B-B14F-4D97-AF65-F5344CB8AC3E}">
        <p14:creationId xmlns:p14="http://schemas.microsoft.com/office/powerpoint/2010/main" val="2647597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750"/>
                                        <p:tgtEl>
                                          <p:spTgt spid="6"/>
                                        </p:tgtEl>
                                      </p:cBhvr>
                                    </p:animEffect>
                                    <p:anim calcmode="lin" valueType="num">
                                      <p:cBhvr>
                                        <p:cTn id="15" dur="750" fill="hold"/>
                                        <p:tgtEl>
                                          <p:spTgt spid="6"/>
                                        </p:tgtEl>
                                        <p:attrNameLst>
                                          <p:attrName>ppt_x</p:attrName>
                                        </p:attrNameLst>
                                      </p:cBhvr>
                                      <p:tavLst>
                                        <p:tav tm="0">
                                          <p:val>
                                            <p:strVal val="#ppt_x"/>
                                          </p:val>
                                        </p:tav>
                                        <p:tav tm="100000">
                                          <p:val>
                                            <p:strVal val="#ppt_x"/>
                                          </p:val>
                                        </p:tav>
                                      </p:tavLst>
                                    </p:anim>
                                    <p:anim calcmode="lin" valueType="num">
                                      <p:cBhvr>
                                        <p:cTn id="16" dur="75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750"/>
                                        <p:tgtEl>
                                          <p:spTgt spid="5"/>
                                        </p:tgtEl>
                                      </p:cBhvr>
                                    </p:animEffect>
                                    <p:anim calcmode="lin" valueType="num">
                                      <p:cBhvr>
                                        <p:cTn id="20" dur="750" fill="hold"/>
                                        <p:tgtEl>
                                          <p:spTgt spid="5"/>
                                        </p:tgtEl>
                                        <p:attrNameLst>
                                          <p:attrName>ppt_x</p:attrName>
                                        </p:attrNameLst>
                                      </p:cBhvr>
                                      <p:tavLst>
                                        <p:tav tm="0">
                                          <p:val>
                                            <p:strVal val="#ppt_x"/>
                                          </p:val>
                                        </p:tav>
                                        <p:tav tm="100000">
                                          <p:val>
                                            <p:strVal val="#ppt_x"/>
                                          </p:val>
                                        </p:tav>
                                      </p:tavLst>
                                    </p:anim>
                                    <p:anim calcmode="lin" valueType="num">
                                      <p:cBhvr>
                                        <p:cTn id="21" dur="75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ppt_x</p:attrName>
                                        </p:attrNameLst>
                                      </p:cBhvr>
                                      <p:tavLst>
                                        <p:tav tm="0">
                                          <p:val>
                                            <p:strVal val="#ppt_x"/>
                                          </p:val>
                                        </p:tav>
                                        <p:tav tm="100000">
                                          <p:val>
                                            <p:strVal val="#ppt_x"/>
                                          </p:val>
                                        </p:tav>
                                      </p:tavLst>
                                    </p:anim>
                                    <p:anim calcmode="lin" valueType="num">
                                      <p:cBhvr>
                                        <p:cTn id="26" dur="75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750"/>
                                        <p:tgtEl>
                                          <p:spTgt spid="10"/>
                                        </p:tgtEl>
                                      </p:cBhvr>
                                    </p:animEffect>
                                    <p:anim calcmode="lin" valueType="num">
                                      <p:cBhvr>
                                        <p:cTn id="37" dur="750" fill="hold"/>
                                        <p:tgtEl>
                                          <p:spTgt spid="10"/>
                                        </p:tgtEl>
                                        <p:attrNameLst>
                                          <p:attrName>ppt_x</p:attrName>
                                        </p:attrNameLst>
                                      </p:cBhvr>
                                      <p:tavLst>
                                        <p:tav tm="0">
                                          <p:val>
                                            <p:strVal val="#ppt_x"/>
                                          </p:val>
                                        </p:tav>
                                        <p:tav tm="100000">
                                          <p:val>
                                            <p:strVal val="#ppt_x"/>
                                          </p:val>
                                        </p:tav>
                                      </p:tavLst>
                                    </p:anim>
                                    <p:anim calcmode="lin" valueType="num">
                                      <p:cBhvr>
                                        <p:cTn id="38" dur="75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750"/>
                                        <p:tgtEl>
                                          <p:spTgt spid="9"/>
                                        </p:tgtEl>
                                      </p:cBhvr>
                                    </p:animEffect>
                                    <p:anim calcmode="lin" valueType="num">
                                      <p:cBhvr>
                                        <p:cTn id="42" dur="750" fill="hold"/>
                                        <p:tgtEl>
                                          <p:spTgt spid="9"/>
                                        </p:tgtEl>
                                        <p:attrNameLst>
                                          <p:attrName>ppt_x</p:attrName>
                                        </p:attrNameLst>
                                      </p:cBhvr>
                                      <p:tavLst>
                                        <p:tav tm="0">
                                          <p:val>
                                            <p:strVal val="#ppt_x"/>
                                          </p:val>
                                        </p:tav>
                                        <p:tav tm="100000">
                                          <p:val>
                                            <p:strVal val="#ppt_x"/>
                                          </p:val>
                                        </p:tav>
                                      </p:tavLst>
                                    </p:anim>
                                    <p:anim calcmode="lin" valueType="num">
                                      <p:cBhvr>
                                        <p:cTn id="43" dur="75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750"/>
                                        <p:tgtEl>
                                          <p:spTgt spid="11"/>
                                        </p:tgtEl>
                                      </p:cBhvr>
                                    </p:animEffect>
                                    <p:anim calcmode="lin" valueType="num">
                                      <p:cBhvr>
                                        <p:cTn id="47" dur="750" fill="hold"/>
                                        <p:tgtEl>
                                          <p:spTgt spid="11"/>
                                        </p:tgtEl>
                                        <p:attrNameLst>
                                          <p:attrName>ppt_x</p:attrName>
                                        </p:attrNameLst>
                                      </p:cBhvr>
                                      <p:tavLst>
                                        <p:tav tm="0">
                                          <p:val>
                                            <p:strVal val="#ppt_x"/>
                                          </p:val>
                                        </p:tav>
                                        <p:tav tm="100000">
                                          <p:val>
                                            <p:strVal val="#ppt_x"/>
                                          </p:val>
                                        </p:tav>
                                      </p:tavLst>
                                    </p:anim>
                                    <p:anim calcmode="lin" valueType="num">
                                      <p:cBhvr>
                                        <p:cTn id="48" dur="75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50"/>
                                        <p:tgtEl>
                                          <p:spTgt spid="12"/>
                                        </p:tgtEl>
                                      </p:cBhvr>
                                    </p:animEffect>
                                    <p:anim calcmode="lin" valueType="num">
                                      <p:cBhvr>
                                        <p:cTn id="52" dur="750" fill="hold"/>
                                        <p:tgtEl>
                                          <p:spTgt spid="12"/>
                                        </p:tgtEl>
                                        <p:attrNameLst>
                                          <p:attrName>ppt_x</p:attrName>
                                        </p:attrNameLst>
                                      </p:cBhvr>
                                      <p:tavLst>
                                        <p:tav tm="0">
                                          <p:val>
                                            <p:strVal val="#ppt_x"/>
                                          </p:val>
                                        </p:tav>
                                        <p:tav tm="100000">
                                          <p:val>
                                            <p:strVal val="#ppt_x"/>
                                          </p:val>
                                        </p:tav>
                                      </p:tavLst>
                                    </p:anim>
                                    <p:anim calcmode="lin" valueType="num">
                                      <p:cBhvr>
                                        <p:cTn id="53" dur="7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50"/>
                                        <p:tgtEl>
                                          <p:spTgt spid="14"/>
                                        </p:tgtEl>
                                      </p:cBhvr>
                                    </p:animEffect>
                                    <p:anim calcmode="lin" valueType="num">
                                      <p:cBhvr>
                                        <p:cTn id="59" dur="750" fill="hold"/>
                                        <p:tgtEl>
                                          <p:spTgt spid="14"/>
                                        </p:tgtEl>
                                        <p:attrNameLst>
                                          <p:attrName>ppt_x</p:attrName>
                                        </p:attrNameLst>
                                      </p:cBhvr>
                                      <p:tavLst>
                                        <p:tav tm="0">
                                          <p:val>
                                            <p:strVal val="#ppt_x"/>
                                          </p:val>
                                        </p:tav>
                                        <p:tav tm="100000">
                                          <p:val>
                                            <p:strVal val="#ppt_x"/>
                                          </p:val>
                                        </p:tav>
                                      </p:tavLst>
                                    </p:anim>
                                    <p:anim calcmode="lin" valueType="num">
                                      <p:cBhvr>
                                        <p:cTn id="60" dur="75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750"/>
                                        <p:tgtEl>
                                          <p:spTgt spid="13"/>
                                        </p:tgtEl>
                                      </p:cBhvr>
                                    </p:animEffect>
                                    <p:anim calcmode="lin" valueType="num">
                                      <p:cBhvr>
                                        <p:cTn id="64" dur="750" fill="hold"/>
                                        <p:tgtEl>
                                          <p:spTgt spid="13"/>
                                        </p:tgtEl>
                                        <p:attrNameLst>
                                          <p:attrName>ppt_x</p:attrName>
                                        </p:attrNameLst>
                                      </p:cBhvr>
                                      <p:tavLst>
                                        <p:tav tm="0">
                                          <p:val>
                                            <p:strVal val="#ppt_x"/>
                                          </p:val>
                                        </p:tav>
                                        <p:tav tm="100000">
                                          <p:val>
                                            <p:strVal val="#ppt_x"/>
                                          </p:val>
                                        </p:tav>
                                      </p:tavLst>
                                    </p:anim>
                                    <p:anim calcmode="lin" valueType="num">
                                      <p:cBhvr>
                                        <p:cTn id="65" dur="750" fill="hold"/>
                                        <p:tgtEl>
                                          <p:spTgt spid="13"/>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750"/>
                                        <p:tgtEl>
                                          <p:spTgt spid="15"/>
                                        </p:tgtEl>
                                      </p:cBhvr>
                                    </p:animEffect>
                                    <p:anim calcmode="lin" valueType="num">
                                      <p:cBhvr>
                                        <p:cTn id="69" dur="750" fill="hold"/>
                                        <p:tgtEl>
                                          <p:spTgt spid="15"/>
                                        </p:tgtEl>
                                        <p:attrNameLst>
                                          <p:attrName>ppt_x</p:attrName>
                                        </p:attrNameLst>
                                      </p:cBhvr>
                                      <p:tavLst>
                                        <p:tav tm="0">
                                          <p:val>
                                            <p:strVal val="#ppt_x"/>
                                          </p:val>
                                        </p:tav>
                                        <p:tav tm="100000">
                                          <p:val>
                                            <p:strVal val="#ppt_x"/>
                                          </p:val>
                                        </p:tav>
                                      </p:tavLst>
                                    </p:anim>
                                    <p:anim calcmode="lin" valueType="num">
                                      <p:cBhvr>
                                        <p:cTn id="70" dur="750" fill="hold"/>
                                        <p:tgtEl>
                                          <p:spTgt spid="1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750"/>
                                        <p:tgtEl>
                                          <p:spTgt spid="16"/>
                                        </p:tgtEl>
                                      </p:cBhvr>
                                    </p:animEffect>
                                    <p:anim calcmode="lin" valueType="num">
                                      <p:cBhvr>
                                        <p:cTn id="74" dur="750" fill="hold"/>
                                        <p:tgtEl>
                                          <p:spTgt spid="16"/>
                                        </p:tgtEl>
                                        <p:attrNameLst>
                                          <p:attrName>ppt_x</p:attrName>
                                        </p:attrNameLst>
                                      </p:cBhvr>
                                      <p:tavLst>
                                        <p:tav tm="0">
                                          <p:val>
                                            <p:strVal val="#ppt_x"/>
                                          </p:val>
                                        </p:tav>
                                        <p:tav tm="100000">
                                          <p:val>
                                            <p:strVal val="#ppt_x"/>
                                          </p:val>
                                        </p:tav>
                                      </p:tavLst>
                                    </p:anim>
                                    <p:anim calcmode="lin" valueType="num">
                                      <p:cBhvr>
                                        <p:cTn id="75" dur="7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244709" y="586145"/>
            <a:ext cx="5701546" cy="712708"/>
          </a:xfrm>
          <a:prstGeom prst="rect">
            <a:avLst/>
          </a:prstGeom>
          <a:noFill/>
          <a:ln/>
        </p:spPr>
        <p:txBody>
          <a:bodyPr wrap="none" lIns="0" tIns="0" rIns="0" bIns="0" rtlCol="0" anchor="t"/>
          <a:lstStyle/>
          <a:p>
            <a:pPr marL="0" indent="0">
              <a:lnSpc>
                <a:spcPts val="5600"/>
              </a:lnSpc>
              <a:buNone/>
            </a:pPr>
            <a:r>
              <a:rPr lang="en-US" sz="6100" dirty="0">
                <a:solidFill>
                  <a:srgbClr val="1F1E1E"/>
                </a:solidFill>
                <a:latin typeface="Roboto Slab" pitchFamily="2" charset="0"/>
                <a:ea typeface="Roboto Slab" pitchFamily="2" charset="0"/>
                <a:cs typeface="Roboto Slab" pitchFamily="2" charset="0"/>
              </a:rPr>
              <a:t>What is a Biodata?</a:t>
            </a:r>
          </a:p>
        </p:txBody>
      </p:sp>
      <p:sp>
        <p:nvSpPr>
          <p:cNvPr id="4" name="Text 1"/>
          <p:cNvSpPr/>
          <p:nvPr/>
        </p:nvSpPr>
        <p:spPr>
          <a:xfrm>
            <a:off x="6256138" y="1483606"/>
            <a:ext cx="7832647" cy="3165396"/>
          </a:xfrm>
          <a:prstGeom prst="rect">
            <a:avLst/>
          </a:prstGeom>
          <a:noFill/>
          <a:ln/>
        </p:spPr>
        <p:txBody>
          <a:bodyPr wrap="square" lIns="0" tIns="0" rIns="0" bIns="0" rtlCol="0" anchor="t"/>
          <a:lstStyle/>
          <a:p>
            <a:pPr algn="just"/>
            <a:r>
              <a:rPr lang="en-US" sz="3200" dirty="0">
                <a:solidFill>
                  <a:srgbClr val="3B3535"/>
                </a:solidFill>
                <a:latin typeface="Roboto Slab" pitchFamily="2" charset="0"/>
                <a:ea typeface="Roboto Slab" pitchFamily="2" charset="0"/>
                <a:cs typeface="Roboto Slab" pitchFamily="2" charset="0"/>
              </a:rPr>
              <a:t>A biodata is a detailed personal profile. It provides comprehensive information about your personal and professional background, including education, employment, family, and contact details.</a:t>
            </a:r>
            <a:endParaRPr lang="en-US" sz="3200" dirty="0">
              <a:latin typeface="Roboto Slab" pitchFamily="2" charset="0"/>
              <a:ea typeface="Roboto Slab" pitchFamily="2" charset="0"/>
              <a:cs typeface="Roboto Slab" pitchFamily="2" charset="0"/>
            </a:endParaRPr>
          </a:p>
        </p:txBody>
      </p:sp>
      <p:sp>
        <p:nvSpPr>
          <p:cNvPr id="5" name="Shape 2"/>
          <p:cNvSpPr/>
          <p:nvPr/>
        </p:nvSpPr>
        <p:spPr>
          <a:xfrm>
            <a:off x="6244709" y="4740719"/>
            <a:ext cx="487442" cy="487442"/>
          </a:xfrm>
          <a:prstGeom prst="roundRect">
            <a:avLst>
              <a:gd name="adj" fmla="val 18669"/>
            </a:avLst>
          </a:prstGeom>
          <a:solidFill>
            <a:srgbClr val="D5DCF6"/>
          </a:solidFill>
          <a:ln w="7620">
            <a:solidFill>
              <a:srgbClr val="BBC2DC"/>
            </a:solidFill>
            <a:prstDash val="solid"/>
          </a:ln>
        </p:spPr>
      </p:sp>
      <p:sp>
        <p:nvSpPr>
          <p:cNvPr id="6" name="Text 3"/>
          <p:cNvSpPr/>
          <p:nvPr/>
        </p:nvSpPr>
        <p:spPr>
          <a:xfrm>
            <a:off x="6421160" y="4813347"/>
            <a:ext cx="134422"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1</a:t>
            </a:r>
            <a:endParaRPr lang="en-US" sz="2650" dirty="0">
              <a:latin typeface="Roboto Slab" pitchFamily="2" charset="0"/>
              <a:ea typeface="Roboto Slab" pitchFamily="2" charset="0"/>
              <a:cs typeface="Roboto Slab" pitchFamily="2" charset="0"/>
            </a:endParaRPr>
          </a:p>
        </p:txBody>
      </p:sp>
      <p:sp>
        <p:nvSpPr>
          <p:cNvPr id="7" name="Text 4"/>
          <p:cNvSpPr/>
          <p:nvPr/>
        </p:nvSpPr>
        <p:spPr>
          <a:xfrm>
            <a:off x="6948726" y="4740719"/>
            <a:ext cx="2850713" cy="356235"/>
          </a:xfrm>
          <a:prstGeom prst="rect">
            <a:avLst/>
          </a:prstGeom>
          <a:noFill/>
          <a:ln/>
        </p:spPr>
        <p:txBody>
          <a:bodyPr wrap="none" lIns="0" tIns="0" rIns="0" bIns="0" rtlCol="0" anchor="t"/>
          <a:lstStyle/>
          <a:p>
            <a:pPr>
              <a:lnSpc>
                <a:spcPts val="2800"/>
              </a:lnSpc>
            </a:pPr>
            <a:r>
              <a:rPr lang="en-US" sz="2400" dirty="0">
                <a:solidFill>
                  <a:srgbClr val="3B3535"/>
                </a:solidFill>
                <a:latin typeface="Roboto Slab" pitchFamily="2" charset="0"/>
                <a:ea typeface="Roboto Slab" pitchFamily="2" charset="0"/>
                <a:cs typeface="Roboto Slab" pitchFamily="2" charset="0"/>
              </a:rPr>
              <a:t>Purpose</a:t>
            </a:r>
            <a:endParaRPr lang="en-US" sz="2200" dirty="0">
              <a:latin typeface="Roboto Slab" pitchFamily="2" charset="0"/>
              <a:ea typeface="Roboto Slab" pitchFamily="2" charset="0"/>
              <a:cs typeface="Roboto Slab" pitchFamily="2" charset="0"/>
            </a:endParaRPr>
          </a:p>
        </p:txBody>
      </p:sp>
      <p:sp>
        <p:nvSpPr>
          <p:cNvPr id="8" name="Text 5"/>
          <p:cNvSpPr/>
          <p:nvPr/>
        </p:nvSpPr>
        <p:spPr>
          <a:xfrm>
            <a:off x="6948726" y="5226851"/>
            <a:ext cx="3001447" cy="693420"/>
          </a:xfrm>
          <a:prstGeom prst="rect">
            <a:avLst/>
          </a:prstGeom>
          <a:noFill/>
          <a:ln/>
        </p:spPr>
        <p:txBody>
          <a:bodyPr wrap="square" lIns="0" tIns="0" rIns="0" bIns="0" rtlCol="0" anchor="t"/>
          <a:lstStyle/>
          <a:p>
            <a:pPr>
              <a:lnSpc>
                <a:spcPts val="2700"/>
              </a:lnSpc>
            </a:pPr>
            <a:r>
              <a:rPr lang="en-IN" sz="1700" dirty="0">
                <a:solidFill>
                  <a:srgbClr val="3B3535"/>
                </a:solidFill>
                <a:latin typeface="Roboto Slab" pitchFamily="2" charset="0"/>
                <a:ea typeface="Roboto Slab" pitchFamily="2" charset="0"/>
                <a:cs typeface="Roboto Slab" pitchFamily="2" charset="0"/>
              </a:rPr>
              <a:t>Matrimonial Purposes</a:t>
            </a:r>
            <a:r>
              <a:rPr lang="en-US" sz="1700" dirty="0">
                <a:solidFill>
                  <a:srgbClr val="3B3535"/>
                </a:solidFill>
                <a:latin typeface="Roboto Slab" pitchFamily="2" charset="0"/>
                <a:ea typeface="Roboto Slab" pitchFamily="2" charset="0"/>
                <a:cs typeface="Roboto Slab" pitchFamily="2" charset="0"/>
              </a:rPr>
              <a:t>, </a:t>
            </a:r>
            <a:r>
              <a:rPr lang="en-IN" sz="1700" dirty="0">
                <a:solidFill>
                  <a:srgbClr val="3B3535"/>
                </a:solidFill>
                <a:latin typeface="Roboto Slab" pitchFamily="2" charset="0"/>
                <a:ea typeface="Roboto Slab" pitchFamily="2" charset="0"/>
                <a:cs typeface="Roboto Slab" pitchFamily="2" charset="0"/>
              </a:rPr>
              <a:t>Informal Applications</a:t>
            </a:r>
            <a:endParaRPr lang="en-US" sz="1700" dirty="0">
              <a:solidFill>
                <a:srgbClr val="3B3535"/>
              </a:solidFill>
              <a:latin typeface="Roboto Slab" pitchFamily="2" charset="0"/>
              <a:ea typeface="Roboto Slab" pitchFamily="2" charset="0"/>
              <a:cs typeface="Roboto Slab" pitchFamily="2" charset="0"/>
            </a:endParaRPr>
          </a:p>
          <a:p>
            <a:pPr marL="0" indent="0">
              <a:lnSpc>
                <a:spcPts val="2700"/>
              </a:lnSpc>
              <a:buNone/>
            </a:pPr>
            <a:endParaRPr lang="en-US" sz="1700" dirty="0">
              <a:latin typeface="Roboto Slab" pitchFamily="2" charset="0"/>
              <a:ea typeface="Roboto Slab" pitchFamily="2" charset="0"/>
              <a:cs typeface="Roboto Slab" pitchFamily="2" charset="0"/>
            </a:endParaRPr>
          </a:p>
        </p:txBody>
      </p:sp>
      <p:sp>
        <p:nvSpPr>
          <p:cNvPr id="9" name="Shape 6"/>
          <p:cNvSpPr/>
          <p:nvPr/>
        </p:nvSpPr>
        <p:spPr>
          <a:xfrm>
            <a:off x="10166747" y="4740719"/>
            <a:ext cx="487442" cy="487442"/>
          </a:xfrm>
          <a:prstGeom prst="roundRect">
            <a:avLst>
              <a:gd name="adj" fmla="val 18669"/>
            </a:avLst>
          </a:prstGeom>
          <a:solidFill>
            <a:srgbClr val="D5DCF6"/>
          </a:solidFill>
          <a:ln w="7620">
            <a:solidFill>
              <a:srgbClr val="BBC2DC"/>
            </a:solidFill>
            <a:prstDash val="solid"/>
          </a:ln>
        </p:spPr>
      </p:sp>
      <p:sp>
        <p:nvSpPr>
          <p:cNvPr id="10" name="Text 7"/>
          <p:cNvSpPr/>
          <p:nvPr/>
        </p:nvSpPr>
        <p:spPr>
          <a:xfrm>
            <a:off x="10308312" y="4813347"/>
            <a:ext cx="204192"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2</a:t>
            </a:r>
            <a:endParaRPr lang="en-US" sz="2650" dirty="0">
              <a:latin typeface="Roboto Slab" pitchFamily="2" charset="0"/>
              <a:ea typeface="Roboto Slab" pitchFamily="2" charset="0"/>
              <a:cs typeface="Roboto Slab" pitchFamily="2" charset="0"/>
            </a:endParaRPr>
          </a:p>
        </p:txBody>
      </p:sp>
      <p:sp>
        <p:nvSpPr>
          <p:cNvPr id="11" name="Text 8"/>
          <p:cNvSpPr/>
          <p:nvPr/>
        </p:nvSpPr>
        <p:spPr>
          <a:xfrm>
            <a:off x="10870763" y="4740719"/>
            <a:ext cx="2850713" cy="356235"/>
          </a:xfrm>
          <a:prstGeom prst="rect">
            <a:avLst/>
          </a:prstGeom>
          <a:noFill/>
          <a:ln/>
        </p:spPr>
        <p:txBody>
          <a:bodyPr wrap="none" lIns="0" tIns="0" rIns="0" bIns="0" rtlCol="0" anchor="t"/>
          <a:lstStyle/>
          <a:p>
            <a:pPr>
              <a:lnSpc>
                <a:spcPts val="2800"/>
              </a:lnSpc>
            </a:pPr>
            <a:r>
              <a:rPr lang="en-US" sz="2200" dirty="0">
                <a:solidFill>
                  <a:srgbClr val="1F1E1E"/>
                </a:solidFill>
                <a:latin typeface="Roboto Slab" pitchFamily="2" charset="0"/>
                <a:ea typeface="Roboto Slab" pitchFamily="2" charset="0"/>
                <a:cs typeface="Roboto Slab" pitchFamily="2" charset="0"/>
              </a:rPr>
              <a:t>Focus</a:t>
            </a:r>
            <a:endParaRPr lang="en-US" sz="2200" dirty="0">
              <a:latin typeface="Roboto Slab" pitchFamily="2" charset="0"/>
              <a:ea typeface="Roboto Slab" pitchFamily="2" charset="0"/>
              <a:cs typeface="Roboto Slab" pitchFamily="2" charset="0"/>
            </a:endParaRPr>
          </a:p>
        </p:txBody>
      </p:sp>
      <p:sp>
        <p:nvSpPr>
          <p:cNvPr id="12" name="Text 9"/>
          <p:cNvSpPr/>
          <p:nvPr/>
        </p:nvSpPr>
        <p:spPr>
          <a:xfrm>
            <a:off x="10870763" y="5226851"/>
            <a:ext cx="3218022" cy="693420"/>
          </a:xfrm>
          <a:prstGeom prst="rect">
            <a:avLst/>
          </a:prstGeom>
          <a:noFill/>
          <a:ln/>
        </p:spPr>
        <p:txBody>
          <a:bodyPr wrap="square" lIns="0" tIns="0" rIns="0" bIns="0" rtlCol="0" anchor="t"/>
          <a:lstStyle/>
          <a:p>
            <a:pPr>
              <a:lnSpc>
                <a:spcPts val="2700"/>
              </a:lnSpc>
            </a:pPr>
            <a:r>
              <a:rPr lang="en-US" sz="1700" dirty="0">
                <a:solidFill>
                  <a:srgbClr val="3B3535"/>
                </a:solidFill>
                <a:latin typeface="Roboto Slab" pitchFamily="2" charset="0"/>
                <a:ea typeface="Roboto Slab" pitchFamily="2" charset="0"/>
                <a:cs typeface="Roboto Slab" pitchFamily="2" charset="0"/>
              </a:rPr>
              <a:t>Personal and Professional Background</a:t>
            </a:r>
            <a:endParaRPr lang="en-US" sz="1700" dirty="0">
              <a:latin typeface="Roboto Slab" pitchFamily="2" charset="0"/>
              <a:ea typeface="Roboto Slab" pitchFamily="2" charset="0"/>
              <a:cs typeface="Roboto Slab" pitchFamily="2" charset="0"/>
            </a:endParaRPr>
          </a:p>
        </p:txBody>
      </p:sp>
      <p:sp>
        <p:nvSpPr>
          <p:cNvPr id="13" name="Shape 10"/>
          <p:cNvSpPr/>
          <p:nvPr/>
        </p:nvSpPr>
        <p:spPr>
          <a:xfrm>
            <a:off x="6244709" y="6163397"/>
            <a:ext cx="487442" cy="487442"/>
          </a:xfrm>
          <a:prstGeom prst="roundRect">
            <a:avLst>
              <a:gd name="adj" fmla="val 18669"/>
            </a:avLst>
          </a:prstGeom>
          <a:solidFill>
            <a:srgbClr val="D5DCF6"/>
          </a:solidFill>
          <a:ln w="7620">
            <a:solidFill>
              <a:srgbClr val="BBC2DC"/>
            </a:solidFill>
            <a:prstDash val="solid"/>
          </a:ln>
        </p:spPr>
      </p:sp>
      <p:sp>
        <p:nvSpPr>
          <p:cNvPr id="14" name="Text 11"/>
          <p:cNvSpPr/>
          <p:nvPr/>
        </p:nvSpPr>
        <p:spPr>
          <a:xfrm>
            <a:off x="6386155" y="6236025"/>
            <a:ext cx="204549" cy="342067"/>
          </a:xfrm>
          <a:prstGeom prst="rect">
            <a:avLst/>
          </a:prstGeom>
          <a:noFill/>
          <a:ln/>
        </p:spPr>
        <p:txBody>
          <a:bodyPr wrap="none" lIns="0" tIns="0" rIns="0" bIns="0" rtlCol="0" anchor="t"/>
          <a:lstStyle/>
          <a:p>
            <a:pPr marL="0" indent="0">
              <a:lnSpc>
                <a:spcPts val="2650"/>
              </a:lnSpc>
              <a:buNone/>
            </a:pPr>
            <a:r>
              <a:rPr lang="en-US" sz="2650" dirty="0">
                <a:solidFill>
                  <a:srgbClr val="3B3535"/>
                </a:solidFill>
                <a:latin typeface="Roboto Slab" pitchFamily="2" charset="0"/>
                <a:ea typeface="Roboto Slab" pitchFamily="2" charset="0"/>
                <a:cs typeface="Roboto Slab" pitchFamily="2" charset="0"/>
              </a:rPr>
              <a:t>3</a:t>
            </a:r>
            <a:endParaRPr lang="en-US" sz="2650" dirty="0">
              <a:latin typeface="Roboto Slab" pitchFamily="2" charset="0"/>
              <a:ea typeface="Roboto Slab" pitchFamily="2" charset="0"/>
              <a:cs typeface="Roboto Slab" pitchFamily="2" charset="0"/>
            </a:endParaRPr>
          </a:p>
        </p:txBody>
      </p:sp>
      <p:sp>
        <p:nvSpPr>
          <p:cNvPr id="15" name="Text 12"/>
          <p:cNvSpPr/>
          <p:nvPr/>
        </p:nvSpPr>
        <p:spPr>
          <a:xfrm>
            <a:off x="6948726" y="6163397"/>
            <a:ext cx="2850713" cy="356235"/>
          </a:xfrm>
          <a:prstGeom prst="rect">
            <a:avLst/>
          </a:prstGeom>
          <a:noFill/>
          <a:ln/>
        </p:spPr>
        <p:txBody>
          <a:bodyPr wrap="none" lIns="0" tIns="0" rIns="0" bIns="0" rtlCol="0" anchor="t"/>
          <a:lstStyle/>
          <a:p>
            <a:pPr>
              <a:lnSpc>
                <a:spcPts val="2800"/>
              </a:lnSpc>
            </a:pPr>
            <a:r>
              <a:rPr lang="en-US" sz="2200" dirty="0">
                <a:solidFill>
                  <a:srgbClr val="1F1E1E"/>
                </a:solidFill>
                <a:latin typeface="Roboto Slab" pitchFamily="2" charset="0"/>
                <a:ea typeface="Roboto Slab" pitchFamily="2" charset="0"/>
                <a:cs typeface="Roboto Slab" pitchFamily="2" charset="0"/>
              </a:rPr>
              <a:t>Content</a:t>
            </a:r>
            <a:endParaRPr lang="en-US" sz="2200" dirty="0">
              <a:latin typeface="Roboto Slab" pitchFamily="2" charset="0"/>
              <a:ea typeface="Roboto Slab" pitchFamily="2" charset="0"/>
              <a:cs typeface="Roboto Slab" pitchFamily="2" charset="0"/>
            </a:endParaRPr>
          </a:p>
        </p:txBody>
      </p:sp>
      <p:sp>
        <p:nvSpPr>
          <p:cNvPr id="16" name="Text 13"/>
          <p:cNvSpPr/>
          <p:nvPr/>
        </p:nvSpPr>
        <p:spPr>
          <a:xfrm>
            <a:off x="6948725" y="6523799"/>
            <a:ext cx="2321005" cy="1040130"/>
          </a:xfrm>
          <a:prstGeom prst="rect">
            <a:avLst/>
          </a:prstGeom>
          <a:noFill/>
          <a:ln/>
        </p:spPr>
        <p:txBody>
          <a:bodyPr wrap="square" lIns="0" tIns="0" rIns="0" bIns="0" rtlCol="0" anchor="t"/>
          <a:lstStyle/>
          <a:p>
            <a:pPr>
              <a:lnSpc>
                <a:spcPts val="2700"/>
              </a:lnSpc>
            </a:pPr>
            <a:r>
              <a:rPr lang="en-US" sz="1700" dirty="0">
                <a:solidFill>
                  <a:srgbClr val="3B3535"/>
                </a:solidFill>
                <a:latin typeface="Roboto Slab" pitchFamily="2" charset="0"/>
                <a:ea typeface="Roboto Slab" pitchFamily="2" charset="0"/>
                <a:cs typeface="Roboto Slab" pitchFamily="2" charset="0"/>
              </a:rPr>
              <a:t>Comprehensive Personal Information</a:t>
            </a:r>
            <a:endParaRPr lang="en-US" sz="1700" dirty="0">
              <a:latin typeface="Roboto Slab" pitchFamily="2" charset="0"/>
              <a:ea typeface="Roboto Slab" pitchFamily="2" charset="0"/>
              <a:cs typeface="Roboto Slab" pitchFamily="2" charset="0"/>
            </a:endParaRPr>
          </a:p>
        </p:txBody>
      </p:sp>
      <p:pic>
        <p:nvPicPr>
          <p:cNvPr id="17" name="Picture 16">
            <a:extLst>
              <a:ext uri="{FF2B5EF4-FFF2-40B4-BE49-F238E27FC236}">
                <a16:creationId xmlns:a16="http://schemas.microsoft.com/office/drawing/2014/main" id="{28517E6F-F04E-6739-D462-FFDF69C28A7E}"/>
              </a:ext>
            </a:extLst>
          </p:cNvPr>
          <p:cNvPicPr>
            <a:picLocks noChangeAspect="1"/>
          </p:cNvPicPr>
          <p:nvPr/>
        </p:nvPicPr>
        <p:blipFill>
          <a:blip r:embed="rId3"/>
          <a:stretch>
            <a:fillRect/>
          </a:stretch>
        </p:blipFill>
        <p:spPr>
          <a:xfrm flipH="1">
            <a:off x="97552" y="0"/>
            <a:ext cx="5791278" cy="8229600"/>
          </a:xfrm>
          <a:prstGeom prst="rect">
            <a:avLst/>
          </a:prstGeom>
        </p:spPr>
      </p:pic>
    </p:spTree>
    <p:extLst>
      <p:ext uri="{BB962C8B-B14F-4D97-AF65-F5344CB8AC3E}">
        <p14:creationId xmlns:p14="http://schemas.microsoft.com/office/powerpoint/2010/main" val="2822457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750"/>
                                        <p:tgtEl>
                                          <p:spTgt spid="6"/>
                                        </p:tgtEl>
                                      </p:cBhvr>
                                    </p:animEffect>
                                    <p:anim calcmode="lin" valueType="num">
                                      <p:cBhvr>
                                        <p:cTn id="15" dur="750" fill="hold"/>
                                        <p:tgtEl>
                                          <p:spTgt spid="6"/>
                                        </p:tgtEl>
                                        <p:attrNameLst>
                                          <p:attrName>ppt_x</p:attrName>
                                        </p:attrNameLst>
                                      </p:cBhvr>
                                      <p:tavLst>
                                        <p:tav tm="0">
                                          <p:val>
                                            <p:strVal val="#ppt_x"/>
                                          </p:val>
                                        </p:tav>
                                        <p:tav tm="100000">
                                          <p:val>
                                            <p:strVal val="#ppt_x"/>
                                          </p:val>
                                        </p:tav>
                                      </p:tavLst>
                                    </p:anim>
                                    <p:anim calcmode="lin" valueType="num">
                                      <p:cBhvr>
                                        <p:cTn id="16" dur="75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750"/>
                                        <p:tgtEl>
                                          <p:spTgt spid="5"/>
                                        </p:tgtEl>
                                      </p:cBhvr>
                                    </p:animEffect>
                                    <p:anim calcmode="lin" valueType="num">
                                      <p:cBhvr>
                                        <p:cTn id="20" dur="750" fill="hold"/>
                                        <p:tgtEl>
                                          <p:spTgt spid="5"/>
                                        </p:tgtEl>
                                        <p:attrNameLst>
                                          <p:attrName>ppt_x</p:attrName>
                                        </p:attrNameLst>
                                      </p:cBhvr>
                                      <p:tavLst>
                                        <p:tav tm="0">
                                          <p:val>
                                            <p:strVal val="#ppt_x"/>
                                          </p:val>
                                        </p:tav>
                                        <p:tav tm="100000">
                                          <p:val>
                                            <p:strVal val="#ppt_x"/>
                                          </p:val>
                                        </p:tav>
                                      </p:tavLst>
                                    </p:anim>
                                    <p:anim calcmode="lin" valueType="num">
                                      <p:cBhvr>
                                        <p:cTn id="21" dur="75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750"/>
                                        <p:tgtEl>
                                          <p:spTgt spid="7"/>
                                        </p:tgtEl>
                                      </p:cBhvr>
                                    </p:animEffect>
                                    <p:anim calcmode="lin" valueType="num">
                                      <p:cBhvr>
                                        <p:cTn id="25" dur="750" fill="hold"/>
                                        <p:tgtEl>
                                          <p:spTgt spid="7"/>
                                        </p:tgtEl>
                                        <p:attrNameLst>
                                          <p:attrName>ppt_x</p:attrName>
                                        </p:attrNameLst>
                                      </p:cBhvr>
                                      <p:tavLst>
                                        <p:tav tm="0">
                                          <p:val>
                                            <p:strVal val="#ppt_x"/>
                                          </p:val>
                                        </p:tav>
                                        <p:tav tm="100000">
                                          <p:val>
                                            <p:strVal val="#ppt_x"/>
                                          </p:val>
                                        </p:tav>
                                      </p:tavLst>
                                    </p:anim>
                                    <p:anim calcmode="lin" valueType="num">
                                      <p:cBhvr>
                                        <p:cTn id="26" dur="75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750"/>
                                        <p:tgtEl>
                                          <p:spTgt spid="10"/>
                                        </p:tgtEl>
                                      </p:cBhvr>
                                    </p:animEffect>
                                    <p:anim calcmode="lin" valueType="num">
                                      <p:cBhvr>
                                        <p:cTn id="37" dur="750" fill="hold"/>
                                        <p:tgtEl>
                                          <p:spTgt spid="10"/>
                                        </p:tgtEl>
                                        <p:attrNameLst>
                                          <p:attrName>ppt_x</p:attrName>
                                        </p:attrNameLst>
                                      </p:cBhvr>
                                      <p:tavLst>
                                        <p:tav tm="0">
                                          <p:val>
                                            <p:strVal val="#ppt_x"/>
                                          </p:val>
                                        </p:tav>
                                        <p:tav tm="100000">
                                          <p:val>
                                            <p:strVal val="#ppt_x"/>
                                          </p:val>
                                        </p:tav>
                                      </p:tavLst>
                                    </p:anim>
                                    <p:anim calcmode="lin" valueType="num">
                                      <p:cBhvr>
                                        <p:cTn id="38" dur="75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750"/>
                                        <p:tgtEl>
                                          <p:spTgt spid="9"/>
                                        </p:tgtEl>
                                      </p:cBhvr>
                                    </p:animEffect>
                                    <p:anim calcmode="lin" valueType="num">
                                      <p:cBhvr>
                                        <p:cTn id="42" dur="750" fill="hold"/>
                                        <p:tgtEl>
                                          <p:spTgt spid="9"/>
                                        </p:tgtEl>
                                        <p:attrNameLst>
                                          <p:attrName>ppt_x</p:attrName>
                                        </p:attrNameLst>
                                      </p:cBhvr>
                                      <p:tavLst>
                                        <p:tav tm="0">
                                          <p:val>
                                            <p:strVal val="#ppt_x"/>
                                          </p:val>
                                        </p:tav>
                                        <p:tav tm="100000">
                                          <p:val>
                                            <p:strVal val="#ppt_x"/>
                                          </p:val>
                                        </p:tav>
                                      </p:tavLst>
                                    </p:anim>
                                    <p:anim calcmode="lin" valueType="num">
                                      <p:cBhvr>
                                        <p:cTn id="43" dur="75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750"/>
                                        <p:tgtEl>
                                          <p:spTgt spid="11"/>
                                        </p:tgtEl>
                                      </p:cBhvr>
                                    </p:animEffect>
                                    <p:anim calcmode="lin" valueType="num">
                                      <p:cBhvr>
                                        <p:cTn id="47" dur="750" fill="hold"/>
                                        <p:tgtEl>
                                          <p:spTgt spid="11"/>
                                        </p:tgtEl>
                                        <p:attrNameLst>
                                          <p:attrName>ppt_x</p:attrName>
                                        </p:attrNameLst>
                                      </p:cBhvr>
                                      <p:tavLst>
                                        <p:tav tm="0">
                                          <p:val>
                                            <p:strVal val="#ppt_x"/>
                                          </p:val>
                                        </p:tav>
                                        <p:tav tm="100000">
                                          <p:val>
                                            <p:strVal val="#ppt_x"/>
                                          </p:val>
                                        </p:tav>
                                      </p:tavLst>
                                    </p:anim>
                                    <p:anim calcmode="lin" valueType="num">
                                      <p:cBhvr>
                                        <p:cTn id="48" dur="75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50"/>
                                        <p:tgtEl>
                                          <p:spTgt spid="12"/>
                                        </p:tgtEl>
                                      </p:cBhvr>
                                    </p:animEffect>
                                    <p:anim calcmode="lin" valueType="num">
                                      <p:cBhvr>
                                        <p:cTn id="52" dur="750" fill="hold"/>
                                        <p:tgtEl>
                                          <p:spTgt spid="12"/>
                                        </p:tgtEl>
                                        <p:attrNameLst>
                                          <p:attrName>ppt_x</p:attrName>
                                        </p:attrNameLst>
                                      </p:cBhvr>
                                      <p:tavLst>
                                        <p:tav tm="0">
                                          <p:val>
                                            <p:strVal val="#ppt_x"/>
                                          </p:val>
                                        </p:tav>
                                        <p:tav tm="100000">
                                          <p:val>
                                            <p:strVal val="#ppt_x"/>
                                          </p:val>
                                        </p:tav>
                                      </p:tavLst>
                                    </p:anim>
                                    <p:anim calcmode="lin" valueType="num">
                                      <p:cBhvr>
                                        <p:cTn id="53" dur="7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50"/>
                                        <p:tgtEl>
                                          <p:spTgt spid="14"/>
                                        </p:tgtEl>
                                      </p:cBhvr>
                                    </p:animEffect>
                                    <p:anim calcmode="lin" valueType="num">
                                      <p:cBhvr>
                                        <p:cTn id="59" dur="750" fill="hold"/>
                                        <p:tgtEl>
                                          <p:spTgt spid="14"/>
                                        </p:tgtEl>
                                        <p:attrNameLst>
                                          <p:attrName>ppt_x</p:attrName>
                                        </p:attrNameLst>
                                      </p:cBhvr>
                                      <p:tavLst>
                                        <p:tav tm="0">
                                          <p:val>
                                            <p:strVal val="#ppt_x"/>
                                          </p:val>
                                        </p:tav>
                                        <p:tav tm="100000">
                                          <p:val>
                                            <p:strVal val="#ppt_x"/>
                                          </p:val>
                                        </p:tav>
                                      </p:tavLst>
                                    </p:anim>
                                    <p:anim calcmode="lin" valueType="num">
                                      <p:cBhvr>
                                        <p:cTn id="60" dur="75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750"/>
                                        <p:tgtEl>
                                          <p:spTgt spid="13"/>
                                        </p:tgtEl>
                                      </p:cBhvr>
                                    </p:animEffect>
                                    <p:anim calcmode="lin" valueType="num">
                                      <p:cBhvr>
                                        <p:cTn id="64" dur="750" fill="hold"/>
                                        <p:tgtEl>
                                          <p:spTgt spid="13"/>
                                        </p:tgtEl>
                                        <p:attrNameLst>
                                          <p:attrName>ppt_x</p:attrName>
                                        </p:attrNameLst>
                                      </p:cBhvr>
                                      <p:tavLst>
                                        <p:tav tm="0">
                                          <p:val>
                                            <p:strVal val="#ppt_x"/>
                                          </p:val>
                                        </p:tav>
                                        <p:tav tm="100000">
                                          <p:val>
                                            <p:strVal val="#ppt_x"/>
                                          </p:val>
                                        </p:tav>
                                      </p:tavLst>
                                    </p:anim>
                                    <p:anim calcmode="lin" valueType="num">
                                      <p:cBhvr>
                                        <p:cTn id="65" dur="750" fill="hold"/>
                                        <p:tgtEl>
                                          <p:spTgt spid="13"/>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750"/>
                                        <p:tgtEl>
                                          <p:spTgt spid="15"/>
                                        </p:tgtEl>
                                      </p:cBhvr>
                                    </p:animEffect>
                                    <p:anim calcmode="lin" valueType="num">
                                      <p:cBhvr>
                                        <p:cTn id="69" dur="750" fill="hold"/>
                                        <p:tgtEl>
                                          <p:spTgt spid="15"/>
                                        </p:tgtEl>
                                        <p:attrNameLst>
                                          <p:attrName>ppt_x</p:attrName>
                                        </p:attrNameLst>
                                      </p:cBhvr>
                                      <p:tavLst>
                                        <p:tav tm="0">
                                          <p:val>
                                            <p:strVal val="#ppt_x"/>
                                          </p:val>
                                        </p:tav>
                                        <p:tav tm="100000">
                                          <p:val>
                                            <p:strVal val="#ppt_x"/>
                                          </p:val>
                                        </p:tav>
                                      </p:tavLst>
                                    </p:anim>
                                    <p:anim calcmode="lin" valueType="num">
                                      <p:cBhvr>
                                        <p:cTn id="70" dur="750" fill="hold"/>
                                        <p:tgtEl>
                                          <p:spTgt spid="1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750"/>
                                        <p:tgtEl>
                                          <p:spTgt spid="16"/>
                                        </p:tgtEl>
                                      </p:cBhvr>
                                    </p:animEffect>
                                    <p:anim calcmode="lin" valueType="num">
                                      <p:cBhvr>
                                        <p:cTn id="74" dur="750" fill="hold"/>
                                        <p:tgtEl>
                                          <p:spTgt spid="16"/>
                                        </p:tgtEl>
                                        <p:attrNameLst>
                                          <p:attrName>ppt_x</p:attrName>
                                        </p:attrNameLst>
                                      </p:cBhvr>
                                      <p:tavLst>
                                        <p:tav tm="0">
                                          <p:val>
                                            <p:strVal val="#ppt_x"/>
                                          </p:val>
                                        </p:tav>
                                        <p:tav tm="100000">
                                          <p:val>
                                            <p:strVal val="#ppt_x"/>
                                          </p:val>
                                        </p:tav>
                                      </p:tavLst>
                                    </p:anim>
                                    <p:anim calcmode="lin" valueType="num">
                                      <p:cBhvr>
                                        <p:cTn id="75" dur="75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938927"/>
            <a:ext cx="5789176" cy="712708"/>
          </a:xfrm>
          <a:prstGeom prst="rect">
            <a:avLst/>
          </a:prstGeom>
          <a:noFill/>
          <a:ln/>
        </p:spPr>
        <p:txBody>
          <a:bodyPr wrap="none" lIns="0" tIns="0" rIns="0" bIns="0" rtlCol="0" anchor="t"/>
          <a:lstStyle/>
          <a:p>
            <a:pPr marL="0" indent="0">
              <a:lnSpc>
                <a:spcPts val="4700"/>
              </a:lnSpc>
              <a:buNone/>
            </a:pPr>
            <a:r>
              <a:rPr lang="en-US" sz="4800" dirty="0">
                <a:solidFill>
                  <a:srgbClr val="1F1E1E"/>
                </a:solidFill>
                <a:latin typeface="Roboto Slab" pitchFamily="2" charset="0"/>
                <a:ea typeface="Roboto Slab" pitchFamily="2" charset="0"/>
                <a:cs typeface="Roboto Slab" pitchFamily="2" charset="0"/>
              </a:rPr>
              <a:t>Key Differences: </a:t>
            </a:r>
          </a:p>
          <a:p>
            <a:pPr marL="0" indent="0">
              <a:lnSpc>
                <a:spcPts val="4700"/>
              </a:lnSpc>
              <a:buNone/>
            </a:pPr>
            <a:r>
              <a:rPr lang="en-US" sz="4800" dirty="0">
                <a:solidFill>
                  <a:srgbClr val="1F1E1E"/>
                </a:solidFill>
                <a:latin typeface="Roboto Slab" pitchFamily="2" charset="0"/>
                <a:ea typeface="Roboto Slab" pitchFamily="2" charset="0"/>
                <a:cs typeface="Roboto Slab" pitchFamily="2" charset="0"/>
              </a:rPr>
              <a:t>Length and Content</a:t>
            </a:r>
            <a:endParaRPr lang="en-US" sz="4800" dirty="0">
              <a:latin typeface="Roboto Slab" pitchFamily="2" charset="0"/>
              <a:ea typeface="Roboto Slab" pitchFamily="2" charset="0"/>
              <a:cs typeface="Roboto Slab" pitchFamily="2" charset="0"/>
            </a:endParaRPr>
          </a:p>
        </p:txBody>
      </p:sp>
      <p:sp>
        <p:nvSpPr>
          <p:cNvPr id="4" name="Shape 1"/>
          <p:cNvSpPr/>
          <p:nvPr/>
        </p:nvSpPr>
        <p:spPr>
          <a:xfrm>
            <a:off x="6244709" y="2342317"/>
            <a:ext cx="7627382" cy="4582478"/>
          </a:xfrm>
          <a:prstGeom prst="roundRect">
            <a:avLst>
              <a:gd name="adj" fmla="val 1986"/>
            </a:avLst>
          </a:prstGeom>
          <a:noFill/>
          <a:ln w="7620">
            <a:solidFill>
              <a:srgbClr val="000000">
                <a:alpha val="8000"/>
              </a:srgbClr>
            </a:solidFill>
            <a:prstDash val="solid"/>
          </a:ln>
        </p:spPr>
      </p:sp>
      <p:sp>
        <p:nvSpPr>
          <p:cNvPr id="5" name="Shape 2"/>
          <p:cNvSpPr/>
          <p:nvPr/>
        </p:nvSpPr>
        <p:spPr>
          <a:xfrm>
            <a:off x="6252329" y="2349937"/>
            <a:ext cx="7611308" cy="621744"/>
          </a:xfrm>
          <a:prstGeom prst="rect">
            <a:avLst/>
          </a:prstGeom>
          <a:solidFill>
            <a:srgbClr val="FFFFFF">
              <a:alpha val="4000"/>
            </a:srgbClr>
          </a:solidFill>
          <a:ln/>
        </p:spPr>
      </p:sp>
      <p:sp>
        <p:nvSpPr>
          <p:cNvPr id="6" name="Text 3"/>
          <p:cNvSpPr/>
          <p:nvPr/>
        </p:nvSpPr>
        <p:spPr>
          <a:xfrm>
            <a:off x="6469975" y="2487454"/>
            <a:ext cx="209978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Document</a:t>
            </a:r>
            <a:endParaRPr lang="en-US" sz="1700" dirty="0">
              <a:latin typeface="Roboto Slab" pitchFamily="2" charset="0"/>
              <a:ea typeface="Roboto Slab" pitchFamily="2" charset="0"/>
              <a:cs typeface="Roboto Slab" pitchFamily="2" charset="0"/>
            </a:endParaRPr>
          </a:p>
        </p:txBody>
      </p:sp>
      <p:sp>
        <p:nvSpPr>
          <p:cNvPr id="7" name="Text 4"/>
          <p:cNvSpPr/>
          <p:nvPr/>
        </p:nvSpPr>
        <p:spPr>
          <a:xfrm>
            <a:off x="9010531" y="2487454"/>
            <a:ext cx="209597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Length</a:t>
            </a:r>
            <a:endParaRPr lang="en-US" sz="1700" dirty="0">
              <a:latin typeface="Roboto Slab" pitchFamily="2" charset="0"/>
              <a:ea typeface="Roboto Slab" pitchFamily="2" charset="0"/>
              <a:cs typeface="Roboto Slab" pitchFamily="2" charset="0"/>
            </a:endParaRPr>
          </a:p>
        </p:txBody>
      </p:sp>
      <p:sp>
        <p:nvSpPr>
          <p:cNvPr id="8" name="Text 5"/>
          <p:cNvSpPr/>
          <p:nvPr/>
        </p:nvSpPr>
        <p:spPr>
          <a:xfrm>
            <a:off x="11547277" y="2487454"/>
            <a:ext cx="209978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Content</a:t>
            </a:r>
            <a:endParaRPr lang="en-US" sz="1700" dirty="0">
              <a:latin typeface="Roboto Slab" pitchFamily="2" charset="0"/>
              <a:ea typeface="Roboto Slab" pitchFamily="2" charset="0"/>
              <a:cs typeface="Roboto Slab" pitchFamily="2" charset="0"/>
            </a:endParaRPr>
          </a:p>
        </p:txBody>
      </p:sp>
      <p:sp>
        <p:nvSpPr>
          <p:cNvPr id="9" name="Shape 6"/>
          <p:cNvSpPr/>
          <p:nvPr/>
        </p:nvSpPr>
        <p:spPr>
          <a:xfrm>
            <a:off x="6252329" y="2971681"/>
            <a:ext cx="7611308" cy="1315164"/>
          </a:xfrm>
          <a:prstGeom prst="rect">
            <a:avLst/>
          </a:prstGeom>
          <a:solidFill>
            <a:srgbClr val="000000">
              <a:alpha val="4000"/>
            </a:srgbClr>
          </a:solidFill>
          <a:ln/>
        </p:spPr>
      </p:sp>
      <p:sp>
        <p:nvSpPr>
          <p:cNvPr id="10" name="Text 7"/>
          <p:cNvSpPr/>
          <p:nvPr/>
        </p:nvSpPr>
        <p:spPr>
          <a:xfrm>
            <a:off x="6469975" y="3109198"/>
            <a:ext cx="209978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Resume</a:t>
            </a:r>
            <a:endParaRPr lang="en-US" sz="1700" dirty="0">
              <a:latin typeface="Roboto Slab" pitchFamily="2" charset="0"/>
              <a:ea typeface="Roboto Slab" pitchFamily="2" charset="0"/>
              <a:cs typeface="Roboto Slab" pitchFamily="2" charset="0"/>
            </a:endParaRPr>
          </a:p>
        </p:txBody>
      </p:sp>
      <p:sp>
        <p:nvSpPr>
          <p:cNvPr id="11" name="Text 8"/>
          <p:cNvSpPr/>
          <p:nvPr/>
        </p:nvSpPr>
        <p:spPr>
          <a:xfrm>
            <a:off x="9010531" y="3109198"/>
            <a:ext cx="209597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1-2 pages</a:t>
            </a:r>
            <a:endParaRPr lang="en-US" sz="1700" dirty="0">
              <a:latin typeface="Roboto Slab" pitchFamily="2" charset="0"/>
              <a:ea typeface="Roboto Slab" pitchFamily="2" charset="0"/>
              <a:cs typeface="Roboto Slab" pitchFamily="2" charset="0"/>
            </a:endParaRPr>
          </a:p>
        </p:txBody>
      </p:sp>
      <p:sp>
        <p:nvSpPr>
          <p:cNvPr id="12" name="Text 9"/>
          <p:cNvSpPr/>
          <p:nvPr/>
        </p:nvSpPr>
        <p:spPr>
          <a:xfrm>
            <a:off x="11547277" y="3109198"/>
            <a:ext cx="2099786" cy="1040130"/>
          </a:xfrm>
          <a:prstGeom prst="rect">
            <a:avLst/>
          </a:prstGeom>
          <a:noFill/>
          <a:ln/>
        </p:spPr>
        <p:txBody>
          <a:bodyPr wrap="squar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Job-specific experience and skills</a:t>
            </a:r>
            <a:endParaRPr lang="en-US" sz="1700" dirty="0">
              <a:latin typeface="Roboto Slab" pitchFamily="2" charset="0"/>
              <a:ea typeface="Roboto Slab" pitchFamily="2" charset="0"/>
              <a:cs typeface="Roboto Slab" pitchFamily="2" charset="0"/>
            </a:endParaRPr>
          </a:p>
        </p:txBody>
      </p:sp>
      <p:sp>
        <p:nvSpPr>
          <p:cNvPr id="13" name="Shape 10"/>
          <p:cNvSpPr/>
          <p:nvPr/>
        </p:nvSpPr>
        <p:spPr>
          <a:xfrm>
            <a:off x="6252329" y="4286845"/>
            <a:ext cx="7611308" cy="1315164"/>
          </a:xfrm>
          <a:prstGeom prst="rect">
            <a:avLst/>
          </a:prstGeom>
          <a:solidFill>
            <a:srgbClr val="FFFFFF">
              <a:alpha val="4000"/>
            </a:srgbClr>
          </a:solidFill>
          <a:ln/>
        </p:spPr>
      </p:sp>
      <p:sp>
        <p:nvSpPr>
          <p:cNvPr id="14" name="Text 11"/>
          <p:cNvSpPr/>
          <p:nvPr/>
        </p:nvSpPr>
        <p:spPr>
          <a:xfrm>
            <a:off x="6469975" y="4424363"/>
            <a:ext cx="209978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CV</a:t>
            </a:r>
            <a:endParaRPr lang="en-US" sz="1700" dirty="0">
              <a:latin typeface="Roboto Slab" pitchFamily="2" charset="0"/>
              <a:ea typeface="Roboto Slab" pitchFamily="2" charset="0"/>
              <a:cs typeface="Roboto Slab" pitchFamily="2" charset="0"/>
            </a:endParaRPr>
          </a:p>
        </p:txBody>
      </p:sp>
      <p:sp>
        <p:nvSpPr>
          <p:cNvPr id="15" name="Text 12"/>
          <p:cNvSpPr/>
          <p:nvPr/>
        </p:nvSpPr>
        <p:spPr>
          <a:xfrm>
            <a:off x="9010531" y="4424363"/>
            <a:ext cx="209597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2-5 pages</a:t>
            </a:r>
            <a:endParaRPr lang="en-US" sz="1700" dirty="0">
              <a:latin typeface="Roboto Slab" pitchFamily="2" charset="0"/>
              <a:ea typeface="Roboto Slab" pitchFamily="2" charset="0"/>
              <a:cs typeface="Roboto Slab" pitchFamily="2" charset="0"/>
            </a:endParaRPr>
          </a:p>
        </p:txBody>
      </p:sp>
      <p:sp>
        <p:nvSpPr>
          <p:cNvPr id="16" name="Text 13"/>
          <p:cNvSpPr/>
          <p:nvPr/>
        </p:nvSpPr>
        <p:spPr>
          <a:xfrm>
            <a:off x="11547277" y="4424363"/>
            <a:ext cx="2099786" cy="1040130"/>
          </a:xfrm>
          <a:prstGeom prst="rect">
            <a:avLst/>
          </a:prstGeom>
          <a:noFill/>
          <a:ln/>
        </p:spPr>
        <p:txBody>
          <a:bodyPr wrap="squar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Detailed academic and professional history</a:t>
            </a:r>
            <a:endParaRPr lang="en-US" sz="1700" dirty="0">
              <a:latin typeface="Roboto Slab" pitchFamily="2" charset="0"/>
              <a:ea typeface="Roboto Slab" pitchFamily="2" charset="0"/>
              <a:cs typeface="Roboto Slab" pitchFamily="2" charset="0"/>
            </a:endParaRPr>
          </a:p>
        </p:txBody>
      </p:sp>
      <p:sp>
        <p:nvSpPr>
          <p:cNvPr id="17" name="Shape 14"/>
          <p:cNvSpPr/>
          <p:nvPr/>
        </p:nvSpPr>
        <p:spPr>
          <a:xfrm>
            <a:off x="6252329" y="5602010"/>
            <a:ext cx="7611308" cy="1315164"/>
          </a:xfrm>
          <a:prstGeom prst="rect">
            <a:avLst/>
          </a:prstGeom>
          <a:solidFill>
            <a:srgbClr val="000000">
              <a:alpha val="4000"/>
            </a:srgbClr>
          </a:solidFill>
          <a:ln/>
        </p:spPr>
      </p:sp>
      <p:sp>
        <p:nvSpPr>
          <p:cNvPr id="18" name="Text 15"/>
          <p:cNvSpPr/>
          <p:nvPr/>
        </p:nvSpPr>
        <p:spPr>
          <a:xfrm>
            <a:off x="6469975" y="5739527"/>
            <a:ext cx="209978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Biodata</a:t>
            </a:r>
            <a:endParaRPr lang="en-US" sz="1700" dirty="0">
              <a:latin typeface="Roboto Slab" pitchFamily="2" charset="0"/>
              <a:ea typeface="Roboto Slab" pitchFamily="2" charset="0"/>
              <a:cs typeface="Roboto Slab" pitchFamily="2" charset="0"/>
            </a:endParaRPr>
          </a:p>
        </p:txBody>
      </p:sp>
      <p:sp>
        <p:nvSpPr>
          <p:cNvPr id="19" name="Text 16"/>
          <p:cNvSpPr/>
          <p:nvPr/>
        </p:nvSpPr>
        <p:spPr>
          <a:xfrm>
            <a:off x="9010531" y="5739527"/>
            <a:ext cx="2095976" cy="346710"/>
          </a:xfrm>
          <a:prstGeom prst="rect">
            <a:avLst/>
          </a:prstGeom>
          <a:noFill/>
          <a:ln/>
        </p:spPr>
        <p:txBody>
          <a:bodyPr wrap="non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Multiple pages</a:t>
            </a:r>
            <a:endParaRPr lang="en-US" sz="1700" dirty="0">
              <a:latin typeface="Roboto Slab" pitchFamily="2" charset="0"/>
              <a:ea typeface="Roboto Slab" pitchFamily="2" charset="0"/>
              <a:cs typeface="Roboto Slab" pitchFamily="2" charset="0"/>
            </a:endParaRPr>
          </a:p>
        </p:txBody>
      </p:sp>
      <p:sp>
        <p:nvSpPr>
          <p:cNvPr id="20" name="Text 17"/>
          <p:cNvSpPr/>
          <p:nvPr/>
        </p:nvSpPr>
        <p:spPr>
          <a:xfrm>
            <a:off x="11547277" y="5739527"/>
            <a:ext cx="2099786" cy="1040130"/>
          </a:xfrm>
          <a:prstGeom prst="rect">
            <a:avLst/>
          </a:prstGeom>
          <a:noFill/>
          <a:ln/>
        </p:spPr>
        <p:txBody>
          <a:bodyPr wrap="square" lIns="0" tIns="0" rIns="0" bIns="0" rtlCol="0" anchor="t"/>
          <a:lstStyle/>
          <a:p>
            <a:pPr marL="0" indent="0">
              <a:lnSpc>
                <a:spcPts val="2700"/>
              </a:lnSpc>
              <a:buNone/>
            </a:pPr>
            <a:r>
              <a:rPr lang="en-US" sz="1700" dirty="0">
                <a:solidFill>
                  <a:srgbClr val="3B3535"/>
                </a:solidFill>
                <a:latin typeface="Roboto Slab" pitchFamily="2" charset="0"/>
                <a:ea typeface="Roboto Slab" pitchFamily="2" charset="0"/>
                <a:cs typeface="Roboto Slab" pitchFamily="2" charset="0"/>
              </a:rPr>
              <a:t>Extensive personal and professional information</a:t>
            </a:r>
            <a:endParaRPr lang="en-US" sz="1700" dirty="0">
              <a:latin typeface="Roboto Slab" pitchFamily="2" charset="0"/>
              <a:ea typeface="Roboto Slab" pitchFamily="2" charset="0"/>
              <a:cs typeface="Roboto Slab"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604004"/>
            <a:ext cx="7627382" cy="1425416"/>
          </a:xfrm>
          <a:prstGeom prst="rect">
            <a:avLst/>
          </a:prstGeom>
          <a:noFill/>
          <a:ln/>
        </p:spPr>
        <p:txBody>
          <a:bodyPr wrap="square" lIns="0" tIns="0" rIns="0" bIns="0" rtlCol="0" anchor="t"/>
          <a:lstStyle/>
          <a:p>
            <a:pPr marL="0" indent="0">
              <a:lnSpc>
                <a:spcPts val="5600"/>
              </a:lnSpc>
              <a:buNone/>
            </a:pPr>
            <a:r>
              <a:rPr lang="en-US" sz="4450" dirty="0">
                <a:solidFill>
                  <a:srgbClr val="1F1E1E"/>
                </a:solidFill>
                <a:latin typeface="Roboto Slab" pitchFamily="2" charset="0"/>
                <a:ea typeface="Roboto Slab" pitchFamily="2" charset="0"/>
                <a:cs typeface="Roboto Slab" pitchFamily="2" charset="0"/>
              </a:rPr>
              <a:t>Relevance of Each Document</a:t>
            </a:r>
            <a:endParaRPr lang="en-US" sz="4450" dirty="0">
              <a:latin typeface="Roboto Slab" pitchFamily="2" charset="0"/>
              <a:ea typeface="Roboto Slab" pitchFamily="2" charset="0"/>
              <a:cs typeface="Roboto Slab" pitchFamily="2" charset="0"/>
            </a:endParaRPr>
          </a:p>
        </p:txBody>
      </p:sp>
      <p:sp>
        <p:nvSpPr>
          <p:cNvPr id="4" name="Shape 1"/>
          <p:cNvSpPr/>
          <p:nvPr/>
        </p:nvSpPr>
        <p:spPr>
          <a:xfrm>
            <a:off x="6554391" y="2354342"/>
            <a:ext cx="30480" cy="5271254"/>
          </a:xfrm>
          <a:prstGeom prst="roundRect">
            <a:avLst>
              <a:gd name="adj" fmla="val 298550"/>
            </a:avLst>
          </a:prstGeom>
          <a:solidFill>
            <a:srgbClr val="BBC2DC"/>
          </a:solidFill>
          <a:ln/>
        </p:spPr>
      </p:sp>
      <p:sp>
        <p:nvSpPr>
          <p:cNvPr id="5" name="Shape 2"/>
          <p:cNvSpPr/>
          <p:nvPr/>
        </p:nvSpPr>
        <p:spPr>
          <a:xfrm>
            <a:off x="6782872" y="2826544"/>
            <a:ext cx="758309" cy="30480"/>
          </a:xfrm>
          <a:prstGeom prst="roundRect">
            <a:avLst>
              <a:gd name="adj" fmla="val 298550"/>
            </a:avLst>
          </a:prstGeom>
          <a:solidFill>
            <a:srgbClr val="BBC2DC"/>
          </a:solidFill>
          <a:ln/>
        </p:spPr>
      </p:sp>
      <p:sp>
        <p:nvSpPr>
          <p:cNvPr id="6" name="Shape 3"/>
          <p:cNvSpPr/>
          <p:nvPr/>
        </p:nvSpPr>
        <p:spPr>
          <a:xfrm>
            <a:off x="6325910" y="2598063"/>
            <a:ext cx="487442" cy="487442"/>
          </a:xfrm>
          <a:prstGeom prst="roundRect">
            <a:avLst>
              <a:gd name="adj" fmla="val 18669"/>
            </a:avLst>
          </a:prstGeom>
          <a:solidFill>
            <a:srgbClr val="D5DCF6"/>
          </a:solidFill>
          <a:ln w="7620">
            <a:solidFill>
              <a:srgbClr val="BBC2DC"/>
            </a:solidFill>
            <a:prstDash val="solid"/>
          </a:ln>
        </p:spPr>
      </p:sp>
      <p:sp>
        <p:nvSpPr>
          <p:cNvPr id="7" name="Text 4"/>
          <p:cNvSpPr/>
          <p:nvPr/>
        </p:nvSpPr>
        <p:spPr>
          <a:xfrm>
            <a:off x="6502360" y="2670691"/>
            <a:ext cx="134422" cy="342067"/>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oboto Slab" pitchFamily="2" charset="0"/>
                <a:ea typeface="Roboto Slab" pitchFamily="2" charset="0"/>
                <a:cs typeface="Roboto Slab" pitchFamily="2" charset="0"/>
              </a:rPr>
              <a:t>1</a:t>
            </a:r>
            <a:endParaRPr lang="en-US" sz="2650" dirty="0">
              <a:latin typeface="Roboto Slab" pitchFamily="2" charset="0"/>
              <a:ea typeface="Roboto Slab" pitchFamily="2" charset="0"/>
              <a:cs typeface="Roboto Slab" pitchFamily="2" charset="0"/>
            </a:endParaRPr>
          </a:p>
        </p:txBody>
      </p:sp>
      <p:sp>
        <p:nvSpPr>
          <p:cNvPr id="8" name="Text 5"/>
          <p:cNvSpPr/>
          <p:nvPr/>
        </p:nvSpPr>
        <p:spPr>
          <a:xfrm>
            <a:off x="7761208" y="2570917"/>
            <a:ext cx="2850713" cy="356235"/>
          </a:xfrm>
          <a:prstGeom prst="rect">
            <a:avLst/>
          </a:prstGeom>
          <a:noFill/>
          <a:ln/>
        </p:spPr>
        <p:txBody>
          <a:bodyPr wrap="none" lIns="0" tIns="0" rIns="0" bIns="0" rtlCol="0" anchor="t"/>
          <a:lstStyle/>
          <a:p>
            <a:pPr marL="0" indent="0" algn="l">
              <a:lnSpc>
                <a:spcPts val="2800"/>
              </a:lnSpc>
              <a:buNone/>
            </a:pPr>
            <a:r>
              <a:rPr lang="en-US" sz="2400" dirty="0">
                <a:solidFill>
                  <a:srgbClr val="3B3535"/>
                </a:solidFill>
                <a:latin typeface="Roboto Slab" pitchFamily="2" charset="0"/>
                <a:ea typeface="Roboto Slab" pitchFamily="2" charset="0"/>
                <a:cs typeface="Roboto Slab" pitchFamily="2" charset="0"/>
              </a:rPr>
              <a:t>Resume</a:t>
            </a:r>
            <a:endParaRPr lang="en-US" sz="2400" dirty="0">
              <a:latin typeface="Roboto Slab" pitchFamily="2" charset="0"/>
              <a:ea typeface="Roboto Slab" pitchFamily="2" charset="0"/>
              <a:cs typeface="Roboto Slab" pitchFamily="2" charset="0"/>
            </a:endParaRPr>
          </a:p>
        </p:txBody>
      </p:sp>
      <p:sp>
        <p:nvSpPr>
          <p:cNvPr id="9" name="Text 6"/>
          <p:cNvSpPr/>
          <p:nvPr/>
        </p:nvSpPr>
        <p:spPr>
          <a:xfrm>
            <a:off x="7761208" y="3057049"/>
            <a:ext cx="6110883" cy="693420"/>
          </a:xfrm>
          <a:prstGeom prst="rect">
            <a:avLst/>
          </a:prstGeom>
          <a:noFill/>
          <a:ln/>
        </p:spPr>
        <p:txBody>
          <a:bodyPr wrap="square" lIns="0" tIns="0" rIns="0" bIns="0" rtlCol="0" anchor="t"/>
          <a:lstStyle/>
          <a:p>
            <a:pPr marL="0" indent="0" algn="l">
              <a:lnSpc>
                <a:spcPts val="2700"/>
              </a:lnSpc>
              <a:buNone/>
            </a:pPr>
            <a:r>
              <a:rPr lang="en-US" sz="2000" dirty="0">
                <a:solidFill>
                  <a:srgbClr val="3B3535"/>
                </a:solidFill>
                <a:latin typeface="Roboto Slab" pitchFamily="2" charset="0"/>
                <a:ea typeface="Roboto Slab" pitchFamily="2" charset="0"/>
                <a:cs typeface="Roboto Slab" pitchFamily="2" charset="0"/>
              </a:rPr>
              <a:t>Essential for applying to jobs, internships, and other professional opportunities.</a:t>
            </a:r>
            <a:endParaRPr lang="en-US" sz="2000" dirty="0">
              <a:latin typeface="Roboto Slab" pitchFamily="2" charset="0"/>
              <a:ea typeface="Roboto Slab" pitchFamily="2" charset="0"/>
              <a:cs typeface="Roboto Slab" pitchFamily="2" charset="0"/>
            </a:endParaRPr>
          </a:p>
        </p:txBody>
      </p:sp>
      <p:sp>
        <p:nvSpPr>
          <p:cNvPr id="10" name="Shape 7"/>
          <p:cNvSpPr/>
          <p:nvPr/>
        </p:nvSpPr>
        <p:spPr>
          <a:xfrm>
            <a:off x="6782872" y="4655820"/>
            <a:ext cx="758309" cy="30480"/>
          </a:xfrm>
          <a:prstGeom prst="roundRect">
            <a:avLst>
              <a:gd name="adj" fmla="val 298550"/>
            </a:avLst>
          </a:prstGeom>
          <a:solidFill>
            <a:srgbClr val="BBC2DC"/>
          </a:solidFill>
          <a:ln/>
        </p:spPr>
      </p:sp>
      <p:sp>
        <p:nvSpPr>
          <p:cNvPr id="11" name="Shape 8"/>
          <p:cNvSpPr/>
          <p:nvPr/>
        </p:nvSpPr>
        <p:spPr>
          <a:xfrm>
            <a:off x="6325910" y="4427339"/>
            <a:ext cx="487442" cy="487442"/>
          </a:xfrm>
          <a:prstGeom prst="roundRect">
            <a:avLst>
              <a:gd name="adj" fmla="val 18669"/>
            </a:avLst>
          </a:prstGeom>
          <a:solidFill>
            <a:srgbClr val="D5DCF6"/>
          </a:solidFill>
          <a:ln w="7620">
            <a:solidFill>
              <a:srgbClr val="BBC2DC"/>
            </a:solidFill>
            <a:prstDash val="solid"/>
          </a:ln>
        </p:spPr>
      </p:sp>
      <p:sp>
        <p:nvSpPr>
          <p:cNvPr id="12" name="Text 9"/>
          <p:cNvSpPr/>
          <p:nvPr/>
        </p:nvSpPr>
        <p:spPr>
          <a:xfrm>
            <a:off x="6467475" y="4499967"/>
            <a:ext cx="204192" cy="342067"/>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oboto Slab" pitchFamily="2" charset="0"/>
                <a:ea typeface="Roboto Slab" pitchFamily="2" charset="0"/>
                <a:cs typeface="Roboto Slab" pitchFamily="2" charset="0"/>
              </a:rPr>
              <a:t>2</a:t>
            </a:r>
            <a:endParaRPr lang="en-US" sz="2650" dirty="0">
              <a:latin typeface="Roboto Slab" pitchFamily="2" charset="0"/>
              <a:ea typeface="Roboto Slab" pitchFamily="2" charset="0"/>
              <a:cs typeface="Roboto Slab" pitchFamily="2" charset="0"/>
            </a:endParaRPr>
          </a:p>
        </p:txBody>
      </p:sp>
      <p:sp>
        <p:nvSpPr>
          <p:cNvPr id="13" name="Text 10"/>
          <p:cNvSpPr/>
          <p:nvPr/>
        </p:nvSpPr>
        <p:spPr>
          <a:xfrm>
            <a:off x="7761208" y="4400193"/>
            <a:ext cx="2850713" cy="356235"/>
          </a:xfrm>
          <a:prstGeom prst="rect">
            <a:avLst/>
          </a:prstGeom>
          <a:noFill/>
          <a:ln/>
        </p:spPr>
        <p:txBody>
          <a:bodyPr wrap="none" lIns="0" tIns="0" rIns="0" bIns="0" rtlCol="0" anchor="t"/>
          <a:lstStyle/>
          <a:p>
            <a:pPr marL="0" indent="0" algn="l">
              <a:lnSpc>
                <a:spcPts val="2800"/>
              </a:lnSpc>
              <a:buNone/>
            </a:pPr>
            <a:r>
              <a:rPr lang="en-US" sz="2400" dirty="0">
                <a:solidFill>
                  <a:srgbClr val="3B3535"/>
                </a:solidFill>
                <a:latin typeface="Roboto Slab" pitchFamily="2" charset="0"/>
                <a:ea typeface="Roboto Slab" pitchFamily="2" charset="0"/>
                <a:cs typeface="Roboto Slab" pitchFamily="2" charset="0"/>
              </a:rPr>
              <a:t>CV</a:t>
            </a:r>
            <a:endParaRPr lang="en-US" sz="2400" dirty="0">
              <a:latin typeface="Roboto Slab" pitchFamily="2" charset="0"/>
              <a:ea typeface="Roboto Slab" pitchFamily="2" charset="0"/>
              <a:cs typeface="Roboto Slab" pitchFamily="2" charset="0"/>
            </a:endParaRPr>
          </a:p>
        </p:txBody>
      </p:sp>
      <p:sp>
        <p:nvSpPr>
          <p:cNvPr id="14" name="Text 11"/>
          <p:cNvSpPr/>
          <p:nvPr/>
        </p:nvSpPr>
        <p:spPr>
          <a:xfrm>
            <a:off x="7761208" y="4886325"/>
            <a:ext cx="6946194" cy="693420"/>
          </a:xfrm>
          <a:prstGeom prst="rect">
            <a:avLst/>
          </a:prstGeom>
          <a:noFill/>
          <a:ln/>
        </p:spPr>
        <p:txBody>
          <a:bodyPr wrap="square" lIns="0" tIns="0" rIns="0" bIns="0" rtlCol="0" anchor="t"/>
          <a:lstStyle/>
          <a:p>
            <a:pPr marL="0" indent="0" algn="l">
              <a:lnSpc>
                <a:spcPts val="2700"/>
              </a:lnSpc>
              <a:buNone/>
            </a:pPr>
            <a:r>
              <a:rPr lang="en-US" sz="2000" dirty="0">
                <a:solidFill>
                  <a:srgbClr val="3B3535"/>
                </a:solidFill>
                <a:latin typeface="Roboto Slab" pitchFamily="2" charset="0"/>
                <a:ea typeface="Roboto Slab" pitchFamily="2" charset="0"/>
                <a:cs typeface="Roboto Slab" pitchFamily="2" charset="0"/>
              </a:rPr>
              <a:t>Crucial for academic positions, research fellowships, and grants.</a:t>
            </a:r>
            <a:endParaRPr lang="en-US" sz="2000" dirty="0">
              <a:latin typeface="Roboto Slab" pitchFamily="2" charset="0"/>
              <a:ea typeface="Roboto Slab" pitchFamily="2" charset="0"/>
              <a:cs typeface="Roboto Slab" pitchFamily="2" charset="0"/>
            </a:endParaRPr>
          </a:p>
        </p:txBody>
      </p:sp>
      <p:sp>
        <p:nvSpPr>
          <p:cNvPr id="15" name="Shape 12"/>
          <p:cNvSpPr/>
          <p:nvPr/>
        </p:nvSpPr>
        <p:spPr>
          <a:xfrm>
            <a:off x="6782872" y="6485096"/>
            <a:ext cx="758309" cy="30480"/>
          </a:xfrm>
          <a:prstGeom prst="roundRect">
            <a:avLst>
              <a:gd name="adj" fmla="val 298550"/>
            </a:avLst>
          </a:prstGeom>
          <a:solidFill>
            <a:srgbClr val="BBC2DC"/>
          </a:solidFill>
          <a:ln/>
        </p:spPr>
      </p:sp>
      <p:sp>
        <p:nvSpPr>
          <p:cNvPr id="16" name="Shape 13"/>
          <p:cNvSpPr/>
          <p:nvPr/>
        </p:nvSpPr>
        <p:spPr>
          <a:xfrm>
            <a:off x="6325910" y="6256615"/>
            <a:ext cx="487442" cy="487442"/>
          </a:xfrm>
          <a:prstGeom prst="roundRect">
            <a:avLst>
              <a:gd name="adj" fmla="val 18669"/>
            </a:avLst>
          </a:prstGeom>
          <a:solidFill>
            <a:srgbClr val="D5DCF6"/>
          </a:solidFill>
          <a:ln w="7620">
            <a:solidFill>
              <a:srgbClr val="BBC2DC"/>
            </a:solidFill>
            <a:prstDash val="solid"/>
          </a:ln>
        </p:spPr>
      </p:sp>
      <p:sp>
        <p:nvSpPr>
          <p:cNvPr id="17" name="Text 14"/>
          <p:cNvSpPr/>
          <p:nvPr/>
        </p:nvSpPr>
        <p:spPr>
          <a:xfrm>
            <a:off x="6467356" y="6329243"/>
            <a:ext cx="204549" cy="342067"/>
          </a:xfrm>
          <a:prstGeom prst="rect">
            <a:avLst/>
          </a:prstGeom>
          <a:noFill/>
          <a:ln/>
        </p:spPr>
        <p:txBody>
          <a:bodyPr wrap="none" lIns="0" tIns="0" rIns="0" bIns="0" rtlCol="0" anchor="t"/>
          <a:lstStyle/>
          <a:p>
            <a:pPr marL="0" indent="0" algn="ctr">
              <a:lnSpc>
                <a:spcPts val="2650"/>
              </a:lnSpc>
              <a:buNone/>
            </a:pPr>
            <a:r>
              <a:rPr lang="en-US" sz="2650" dirty="0">
                <a:solidFill>
                  <a:srgbClr val="3B3535"/>
                </a:solidFill>
                <a:latin typeface="Roboto Slab" pitchFamily="2" charset="0"/>
                <a:ea typeface="Roboto Slab" pitchFamily="2" charset="0"/>
                <a:cs typeface="Roboto Slab" pitchFamily="2" charset="0"/>
              </a:rPr>
              <a:t>3</a:t>
            </a:r>
            <a:endParaRPr lang="en-US" sz="2650" dirty="0">
              <a:latin typeface="Roboto Slab" pitchFamily="2" charset="0"/>
              <a:ea typeface="Roboto Slab" pitchFamily="2" charset="0"/>
              <a:cs typeface="Roboto Slab" pitchFamily="2" charset="0"/>
            </a:endParaRPr>
          </a:p>
        </p:txBody>
      </p:sp>
      <p:sp>
        <p:nvSpPr>
          <p:cNvPr id="18" name="Text 15"/>
          <p:cNvSpPr/>
          <p:nvPr/>
        </p:nvSpPr>
        <p:spPr>
          <a:xfrm>
            <a:off x="7761208" y="6229469"/>
            <a:ext cx="2850713" cy="356235"/>
          </a:xfrm>
          <a:prstGeom prst="rect">
            <a:avLst/>
          </a:prstGeom>
          <a:noFill/>
          <a:ln/>
        </p:spPr>
        <p:txBody>
          <a:bodyPr wrap="none" lIns="0" tIns="0" rIns="0" bIns="0" rtlCol="0" anchor="t"/>
          <a:lstStyle/>
          <a:p>
            <a:pPr marL="0" indent="0" algn="l">
              <a:lnSpc>
                <a:spcPts val="2800"/>
              </a:lnSpc>
              <a:buNone/>
            </a:pPr>
            <a:r>
              <a:rPr lang="en-US" sz="2400" dirty="0">
                <a:solidFill>
                  <a:srgbClr val="3B3535"/>
                </a:solidFill>
                <a:latin typeface="Roboto Slab" pitchFamily="2" charset="0"/>
                <a:ea typeface="Roboto Slab" pitchFamily="2" charset="0"/>
                <a:cs typeface="Roboto Slab" pitchFamily="2" charset="0"/>
              </a:rPr>
              <a:t>Biodata</a:t>
            </a:r>
            <a:endParaRPr lang="en-US" sz="2400" dirty="0">
              <a:latin typeface="Roboto Slab" pitchFamily="2" charset="0"/>
              <a:ea typeface="Roboto Slab" pitchFamily="2" charset="0"/>
              <a:cs typeface="Roboto Slab" pitchFamily="2" charset="0"/>
            </a:endParaRPr>
          </a:p>
        </p:txBody>
      </p:sp>
      <p:sp>
        <p:nvSpPr>
          <p:cNvPr id="19" name="Text 16"/>
          <p:cNvSpPr/>
          <p:nvPr/>
        </p:nvSpPr>
        <p:spPr>
          <a:xfrm>
            <a:off x="7761208" y="6715601"/>
            <a:ext cx="6703958" cy="693420"/>
          </a:xfrm>
          <a:prstGeom prst="rect">
            <a:avLst/>
          </a:prstGeom>
          <a:noFill/>
          <a:ln/>
        </p:spPr>
        <p:txBody>
          <a:bodyPr wrap="square" lIns="0" tIns="0" rIns="0" bIns="0" rtlCol="0" anchor="t"/>
          <a:lstStyle/>
          <a:p>
            <a:pPr>
              <a:lnSpc>
                <a:spcPts val="2700"/>
              </a:lnSpc>
            </a:pPr>
            <a:r>
              <a:rPr lang="en-US" sz="2000" dirty="0">
                <a:solidFill>
                  <a:srgbClr val="3B3535"/>
                </a:solidFill>
                <a:latin typeface="Roboto Slab" pitchFamily="2" charset="0"/>
                <a:ea typeface="Roboto Slab" pitchFamily="2" charset="0"/>
                <a:cs typeface="Roboto Slab" pitchFamily="2" charset="0"/>
              </a:rPr>
              <a:t>Used for various applications, including </a:t>
            </a:r>
            <a:r>
              <a:rPr lang="en-IN" sz="2000" dirty="0">
                <a:solidFill>
                  <a:srgbClr val="3B3535"/>
                </a:solidFill>
                <a:latin typeface="Roboto Slab" pitchFamily="2" charset="0"/>
                <a:ea typeface="Roboto Slab" pitchFamily="2" charset="0"/>
                <a:cs typeface="Roboto Slab" pitchFamily="2" charset="0"/>
              </a:rPr>
              <a:t>Matrimonial Purposes,</a:t>
            </a:r>
            <a:r>
              <a:rPr lang="en-US" sz="2000" dirty="0">
                <a:solidFill>
                  <a:srgbClr val="3B3535"/>
                </a:solidFill>
                <a:latin typeface="Roboto Slab" pitchFamily="2" charset="0"/>
                <a:ea typeface="Roboto Slab" pitchFamily="2" charset="0"/>
                <a:cs typeface="Roboto Slab" pitchFamily="2" charset="0"/>
              </a:rPr>
              <a:t> immigration, and personal introductions.</a:t>
            </a:r>
            <a:endParaRPr lang="en-US" sz="2000" dirty="0">
              <a:latin typeface="Roboto Slab" pitchFamily="2" charset="0"/>
              <a:ea typeface="Roboto Slab" pitchFamily="2" charset="0"/>
              <a:cs typeface="Roboto Slab"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500"/>
                                        <p:tgtEl>
                                          <p:spTgt spid="8"/>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par>
                          <p:cTn id="59" fill="hold">
                            <p:stCondLst>
                              <p:cond delay="1500"/>
                            </p:stCondLst>
                            <p:childTnLst>
                              <p:par>
                                <p:cTn id="60" presetID="22" presetClass="entr" presetSubtype="8" fill="hold" grpId="0" nodeType="after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wipe(left)">
                                      <p:cBhvr>
                                        <p:cTn id="6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P spid="13" grpId="0" animBg="1"/>
      <p:bldP spid="14"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1359456"/>
            <a:ext cx="12234386" cy="712708"/>
          </a:xfrm>
          <a:prstGeom prst="rect">
            <a:avLst/>
          </a:prstGeom>
          <a:noFill/>
          <a:ln/>
        </p:spPr>
        <p:txBody>
          <a:bodyPr wrap="none" lIns="0" tIns="0" rIns="0" bIns="0" rtlCol="0" anchor="t"/>
          <a:lstStyle/>
          <a:p>
            <a:pPr marL="0" indent="0">
              <a:lnSpc>
                <a:spcPts val="5600"/>
              </a:lnSpc>
              <a:buNone/>
            </a:pPr>
            <a:r>
              <a:rPr lang="en-US" sz="4450" dirty="0">
                <a:solidFill>
                  <a:srgbClr val="1F1E1E"/>
                </a:solidFill>
                <a:latin typeface="Roboto Slab" pitchFamily="2" charset="0"/>
                <a:ea typeface="Roboto Slab" pitchFamily="2" charset="0"/>
                <a:cs typeface="Roboto Slab" pitchFamily="2" charset="0"/>
              </a:rPr>
              <a:t>Tips for Effective Resume, CV, and Biodata</a:t>
            </a:r>
            <a:endParaRPr lang="en-US" sz="4450" dirty="0">
              <a:latin typeface="Roboto Slab" pitchFamily="2" charset="0"/>
              <a:ea typeface="Roboto Slab" pitchFamily="2" charset="0"/>
              <a:cs typeface="Roboto Slab" pitchFamily="2" charset="0"/>
            </a:endParaRPr>
          </a:p>
        </p:txBody>
      </p:sp>
      <p:pic>
        <p:nvPicPr>
          <p:cNvPr id="3" name="Image 0" descr="preencoded.png"/>
          <p:cNvPicPr>
            <a:picLocks noChangeAspect="1"/>
          </p:cNvPicPr>
          <p:nvPr/>
        </p:nvPicPr>
        <p:blipFill>
          <a:blip r:embed="rId3"/>
          <a:stretch>
            <a:fillRect/>
          </a:stretch>
        </p:blipFill>
        <p:spPr>
          <a:xfrm>
            <a:off x="758309" y="2505432"/>
            <a:ext cx="4154567" cy="2567702"/>
          </a:xfrm>
          <a:prstGeom prst="rect">
            <a:avLst/>
          </a:prstGeom>
        </p:spPr>
      </p:pic>
      <p:sp>
        <p:nvSpPr>
          <p:cNvPr id="4" name="Text 1"/>
          <p:cNvSpPr/>
          <p:nvPr/>
        </p:nvSpPr>
        <p:spPr>
          <a:xfrm>
            <a:off x="758309" y="5343882"/>
            <a:ext cx="2850713" cy="356235"/>
          </a:xfrm>
          <a:prstGeom prst="rect">
            <a:avLst/>
          </a:prstGeom>
          <a:noFill/>
          <a:ln/>
        </p:spPr>
        <p:txBody>
          <a:bodyPr wrap="none" lIns="0" tIns="0" rIns="0" bIns="0" rtlCol="0" anchor="t"/>
          <a:lstStyle/>
          <a:p>
            <a:pPr marL="0" indent="0" algn="l">
              <a:lnSpc>
                <a:spcPts val="2800"/>
              </a:lnSpc>
              <a:buNone/>
            </a:pPr>
            <a:r>
              <a:rPr lang="en-US" sz="2400" dirty="0">
                <a:solidFill>
                  <a:srgbClr val="3B3535"/>
                </a:solidFill>
                <a:latin typeface="Roboto Slab" pitchFamily="2" charset="0"/>
                <a:ea typeface="Roboto Slab" pitchFamily="2" charset="0"/>
                <a:cs typeface="Roboto Slab" pitchFamily="2" charset="0"/>
              </a:rPr>
              <a:t>Organization</a:t>
            </a:r>
            <a:endParaRPr lang="en-US" sz="2400" dirty="0">
              <a:latin typeface="Roboto Slab" pitchFamily="2" charset="0"/>
              <a:ea typeface="Roboto Slab" pitchFamily="2" charset="0"/>
              <a:cs typeface="Roboto Slab" pitchFamily="2" charset="0"/>
            </a:endParaRPr>
          </a:p>
        </p:txBody>
      </p:sp>
      <p:sp>
        <p:nvSpPr>
          <p:cNvPr id="5" name="Text 2"/>
          <p:cNvSpPr/>
          <p:nvPr/>
        </p:nvSpPr>
        <p:spPr>
          <a:xfrm>
            <a:off x="758309" y="5830014"/>
            <a:ext cx="4154567" cy="693420"/>
          </a:xfrm>
          <a:prstGeom prst="rect">
            <a:avLst/>
          </a:prstGeom>
          <a:noFill/>
          <a:ln/>
        </p:spPr>
        <p:txBody>
          <a:bodyPr wrap="square" lIns="0" tIns="0" rIns="0" bIns="0" rtlCol="0" anchor="t"/>
          <a:lstStyle/>
          <a:p>
            <a:pPr marL="0" indent="0">
              <a:lnSpc>
                <a:spcPts val="2700"/>
              </a:lnSpc>
              <a:buNone/>
            </a:pPr>
            <a:r>
              <a:rPr lang="en-US" sz="2000" dirty="0">
                <a:solidFill>
                  <a:srgbClr val="3B3535"/>
                </a:solidFill>
                <a:latin typeface="Roboto Slab" pitchFamily="2" charset="0"/>
                <a:ea typeface="Roboto Slab" pitchFamily="2" charset="0"/>
                <a:cs typeface="Roboto Slab" pitchFamily="2" charset="0"/>
              </a:rPr>
              <a:t>Clear structure, concise language, and proper formatting for easy readability.</a:t>
            </a:r>
            <a:endParaRPr lang="en-US" sz="2000" dirty="0">
              <a:latin typeface="Roboto Slab" pitchFamily="2" charset="0"/>
              <a:ea typeface="Roboto Slab" pitchFamily="2" charset="0"/>
              <a:cs typeface="Roboto Slab" pitchFamily="2" charset="0"/>
            </a:endParaRPr>
          </a:p>
        </p:txBody>
      </p:sp>
      <p:pic>
        <p:nvPicPr>
          <p:cNvPr id="6" name="Image 1" descr="preencoded.png"/>
          <p:cNvPicPr>
            <a:picLocks noChangeAspect="1"/>
          </p:cNvPicPr>
          <p:nvPr/>
        </p:nvPicPr>
        <p:blipFill>
          <a:blip r:embed="rId4"/>
          <a:stretch>
            <a:fillRect/>
          </a:stretch>
        </p:blipFill>
        <p:spPr>
          <a:xfrm>
            <a:off x="5237798" y="2505432"/>
            <a:ext cx="4154686" cy="2567702"/>
          </a:xfrm>
          <a:prstGeom prst="rect">
            <a:avLst/>
          </a:prstGeom>
        </p:spPr>
      </p:pic>
      <p:sp>
        <p:nvSpPr>
          <p:cNvPr id="7" name="Text 3"/>
          <p:cNvSpPr/>
          <p:nvPr/>
        </p:nvSpPr>
        <p:spPr>
          <a:xfrm>
            <a:off x="5237798" y="5343882"/>
            <a:ext cx="3494603" cy="356235"/>
          </a:xfrm>
          <a:prstGeom prst="rect">
            <a:avLst/>
          </a:prstGeom>
          <a:noFill/>
          <a:ln/>
        </p:spPr>
        <p:txBody>
          <a:bodyPr wrap="none" lIns="0" tIns="0" rIns="0" bIns="0" rtlCol="0" anchor="t"/>
          <a:lstStyle/>
          <a:p>
            <a:pPr marL="0" indent="0" algn="l">
              <a:lnSpc>
                <a:spcPts val="2800"/>
              </a:lnSpc>
              <a:buNone/>
            </a:pPr>
            <a:r>
              <a:rPr lang="en-US" sz="2400" dirty="0">
                <a:solidFill>
                  <a:srgbClr val="3B3535"/>
                </a:solidFill>
                <a:latin typeface="Roboto Slab" pitchFamily="2" charset="0"/>
                <a:ea typeface="Roboto Slab" pitchFamily="2" charset="0"/>
                <a:cs typeface="Roboto Slab" pitchFamily="2" charset="0"/>
              </a:rPr>
              <a:t>Highlight Achievements</a:t>
            </a:r>
            <a:endParaRPr lang="en-US" sz="2400" dirty="0">
              <a:latin typeface="Roboto Slab" pitchFamily="2" charset="0"/>
              <a:ea typeface="Roboto Slab" pitchFamily="2" charset="0"/>
              <a:cs typeface="Roboto Slab" pitchFamily="2" charset="0"/>
            </a:endParaRPr>
          </a:p>
        </p:txBody>
      </p:sp>
      <p:sp>
        <p:nvSpPr>
          <p:cNvPr id="8" name="Text 4"/>
          <p:cNvSpPr/>
          <p:nvPr/>
        </p:nvSpPr>
        <p:spPr>
          <a:xfrm>
            <a:off x="5237798" y="5830014"/>
            <a:ext cx="4154686" cy="1040130"/>
          </a:xfrm>
          <a:prstGeom prst="rect">
            <a:avLst/>
          </a:prstGeom>
          <a:noFill/>
          <a:ln/>
        </p:spPr>
        <p:txBody>
          <a:bodyPr wrap="square" lIns="0" tIns="0" rIns="0" bIns="0" rtlCol="0" anchor="t"/>
          <a:lstStyle/>
          <a:p>
            <a:pPr marL="0" indent="0">
              <a:lnSpc>
                <a:spcPts val="2700"/>
              </a:lnSpc>
              <a:buNone/>
            </a:pPr>
            <a:r>
              <a:rPr lang="en-US" sz="2000" dirty="0">
                <a:solidFill>
                  <a:srgbClr val="3B3535"/>
                </a:solidFill>
                <a:latin typeface="Roboto Slab" pitchFamily="2" charset="0"/>
                <a:ea typeface="Roboto Slab" pitchFamily="2" charset="0"/>
                <a:cs typeface="Roboto Slab" pitchFamily="2" charset="0"/>
              </a:rPr>
              <a:t>Quantify your achievements, showcase your skills and contributions.</a:t>
            </a:r>
            <a:endParaRPr lang="en-US" sz="2000" dirty="0">
              <a:latin typeface="Roboto Slab" pitchFamily="2" charset="0"/>
              <a:ea typeface="Roboto Slab" pitchFamily="2" charset="0"/>
              <a:cs typeface="Roboto Slab" pitchFamily="2" charset="0"/>
            </a:endParaRPr>
          </a:p>
        </p:txBody>
      </p:sp>
      <p:pic>
        <p:nvPicPr>
          <p:cNvPr id="9" name="Image 2" descr="preencoded.png"/>
          <p:cNvPicPr>
            <a:picLocks noChangeAspect="1"/>
          </p:cNvPicPr>
          <p:nvPr/>
        </p:nvPicPr>
        <p:blipFill>
          <a:blip r:embed="rId5"/>
          <a:stretch>
            <a:fillRect/>
          </a:stretch>
        </p:blipFill>
        <p:spPr>
          <a:xfrm>
            <a:off x="9717405" y="2505432"/>
            <a:ext cx="4154567" cy="2567702"/>
          </a:xfrm>
          <a:prstGeom prst="rect">
            <a:avLst/>
          </a:prstGeom>
        </p:spPr>
      </p:pic>
      <p:sp>
        <p:nvSpPr>
          <p:cNvPr id="10" name="Text 5"/>
          <p:cNvSpPr/>
          <p:nvPr/>
        </p:nvSpPr>
        <p:spPr>
          <a:xfrm>
            <a:off x="9717405" y="5343882"/>
            <a:ext cx="2850713" cy="356235"/>
          </a:xfrm>
          <a:prstGeom prst="rect">
            <a:avLst/>
          </a:prstGeom>
          <a:noFill/>
          <a:ln/>
        </p:spPr>
        <p:txBody>
          <a:bodyPr wrap="none" lIns="0" tIns="0" rIns="0" bIns="0" rtlCol="0" anchor="t"/>
          <a:lstStyle/>
          <a:p>
            <a:pPr marL="0" indent="0" algn="l">
              <a:lnSpc>
                <a:spcPts val="2800"/>
              </a:lnSpc>
              <a:buNone/>
            </a:pPr>
            <a:r>
              <a:rPr lang="en-US" sz="2400" dirty="0">
                <a:solidFill>
                  <a:srgbClr val="3B3535"/>
                </a:solidFill>
                <a:latin typeface="Roboto Slab" pitchFamily="2" charset="0"/>
                <a:ea typeface="Roboto Slab" pitchFamily="2" charset="0"/>
                <a:cs typeface="Roboto Slab" pitchFamily="2" charset="0"/>
              </a:rPr>
              <a:t>Proofreading</a:t>
            </a:r>
            <a:endParaRPr lang="en-US" sz="2400" dirty="0">
              <a:latin typeface="Roboto Slab" pitchFamily="2" charset="0"/>
              <a:ea typeface="Roboto Slab" pitchFamily="2" charset="0"/>
              <a:cs typeface="Roboto Slab" pitchFamily="2" charset="0"/>
            </a:endParaRPr>
          </a:p>
        </p:txBody>
      </p:sp>
      <p:sp>
        <p:nvSpPr>
          <p:cNvPr id="11" name="Text 6"/>
          <p:cNvSpPr/>
          <p:nvPr/>
        </p:nvSpPr>
        <p:spPr>
          <a:xfrm>
            <a:off x="9717405" y="5830014"/>
            <a:ext cx="4154567" cy="693420"/>
          </a:xfrm>
          <a:prstGeom prst="rect">
            <a:avLst/>
          </a:prstGeom>
          <a:noFill/>
          <a:ln/>
        </p:spPr>
        <p:txBody>
          <a:bodyPr wrap="square" lIns="0" tIns="0" rIns="0" bIns="0" rtlCol="0" anchor="t"/>
          <a:lstStyle/>
          <a:p>
            <a:pPr marL="0" indent="0" algn="l">
              <a:lnSpc>
                <a:spcPts val="2700"/>
              </a:lnSpc>
              <a:buNone/>
            </a:pPr>
            <a:r>
              <a:rPr lang="en-US" sz="2000" dirty="0">
                <a:solidFill>
                  <a:srgbClr val="3B3535"/>
                </a:solidFill>
                <a:latin typeface="Roboto Slab" pitchFamily="2" charset="0"/>
                <a:ea typeface="Roboto Slab" pitchFamily="2" charset="0"/>
                <a:cs typeface="Roboto Slab" pitchFamily="2" charset="0"/>
              </a:rPr>
              <a:t>Ensure accuracy and free from errors in grammar, spelling, and formatting.</a:t>
            </a:r>
            <a:endParaRPr lang="en-US" sz="2000" dirty="0">
              <a:latin typeface="Roboto Slab" pitchFamily="2" charset="0"/>
              <a:ea typeface="Roboto Slab" pitchFamily="2" charset="0"/>
              <a:cs typeface="Roboto Slab"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anim calcmode="lin" valueType="num">
                                      <p:cBhvr>
                                        <p:cTn id="8" dur="750" fill="hold"/>
                                        <p:tgtEl>
                                          <p:spTgt spid="3"/>
                                        </p:tgtEl>
                                        <p:attrNameLst>
                                          <p:attrName>ppt_x</p:attrName>
                                        </p:attrNameLst>
                                      </p:cBhvr>
                                      <p:tavLst>
                                        <p:tav tm="0">
                                          <p:val>
                                            <p:strVal val="#ppt_x"/>
                                          </p:val>
                                        </p:tav>
                                        <p:tav tm="100000">
                                          <p:val>
                                            <p:strVal val="#ppt_x"/>
                                          </p:val>
                                        </p:tav>
                                      </p:tavLst>
                                    </p:anim>
                                    <p:anim calcmode="lin" valueType="num">
                                      <p:cBhvr>
                                        <p:cTn id="9" dur="7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750"/>
                                        <p:tgtEl>
                                          <p:spTgt spid="4"/>
                                        </p:tgtEl>
                                      </p:cBhvr>
                                    </p:animEffect>
                                    <p:anim calcmode="lin" valueType="num">
                                      <p:cBhvr>
                                        <p:cTn id="13" dur="750" fill="hold"/>
                                        <p:tgtEl>
                                          <p:spTgt spid="4"/>
                                        </p:tgtEl>
                                        <p:attrNameLst>
                                          <p:attrName>ppt_x</p:attrName>
                                        </p:attrNameLst>
                                      </p:cBhvr>
                                      <p:tavLst>
                                        <p:tav tm="0">
                                          <p:val>
                                            <p:strVal val="#ppt_x"/>
                                          </p:val>
                                        </p:tav>
                                        <p:tav tm="100000">
                                          <p:val>
                                            <p:strVal val="#ppt_x"/>
                                          </p:val>
                                        </p:tav>
                                      </p:tavLst>
                                    </p:anim>
                                    <p:anim calcmode="lin" valueType="num">
                                      <p:cBhvr>
                                        <p:cTn id="14" dur="75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750"/>
                                        <p:tgtEl>
                                          <p:spTgt spid="5"/>
                                        </p:tgtEl>
                                      </p:cBhvr>
                                    </p:animEffect>
                                    <p:anim calcmode="lin" valueType="num">
                                      <p:cBhvr>
                                        <p:cTn id="18" dur="750" fill="hold"/>
                                        <p:tgtEl>
                                          <p:spTgt spid="5"/>
                                        </p:tgtEl>
                                        <p:attrNameLst>
                                          <p:attrName>ppt_x</p:attrName>
                                        </p:attrNameLst>
                                      </p:cBhvr>
                                      <p:tavLst>
                                        <p:tav tm="0">
                                          <p:val>
                                            <p:strVal val="#ppt_x"/>
                                          </p:val>
                                        </p:tav>
                                        <p:tav tm="100000">
                                          <p:val>
                                            <p:strVal val="#ppt_x"/>
                                          </p:val>
                                        </p:tav>
                                      </p:tavLst>
                                    </p:anim>
                                    <p:anim calcmode="lin" valueType="num">
                                      <p:cBhvr>
                                        <p:cTn id="19"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50"/>
                                        <p:tgtEl>
                                          <p:spTgt spid="6"/>
                                        </p:tgtEl>
                                      </p:cBhvr>
                                    </p:animEffect>
                                    <p:anim calcmode="lin" valueType="num">
                                      <p:cBhvr>
                                        <p:cTn id="25" dur="750" fill="hold"/>
                                        <p:tgtEl>
                                          <p:spTgt spid="6"/>
                                        </p:tgtEl>
                                        <p:attrNameLst>
                                          <p:attrName>ppt_x</p:attrName>
                                        </p:attrNameLst>
                                      </p:cBhvr>
                                      <p:tavLst>
                                        <p:tav tm="0">
                                          <p:val>
                                            <p:strVal val="#ppt_x"/>
                                          </p:val>
                                        </p:tav>
                                        <p:tav tm="100000">
                                          <p:val>
                                            <p:strVal val="#ppt_x"/>
                                          </p:val>
                                        </p:tav>
                                      </p:tavLst>
                                    </p:anim>
                                    <p:anim calcmode="lin" valueType="num">
                                      <p:cBhvr>
                                        <p:cTn id="26" dur="75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750"/>
                                        <p:tgtEl>
                                          <p:spTgt spid="7"/>
                                        </p:tgtEl>
                                      </p:cBhvr>
                                    </p:animEffect>
                                    <p:anim calcmode="lin" valueType="num">
                                      <p:cBhvr>
                                        <p:cTn id="30" dur="750" fill="hold"/>
                                        <p:tgtEl>
                                          <p:spTgt spid="7"/>
                                        </p:tgtEl>
                                        <p:attrNameLst>
                                          <p:attrName>ppt_x</p:attrName>
                                        </p:attrNameLst>
                                      </p:cBhvr>
                                      <p:tavLst>
                                        <p:tav tm="0">
                                          <p:val>
                                            <p:strVal val="#ppt_x"/>
                                          </p:val>
                                        </p:tav>
                                        <p:tav tm="100000">
                                          <p:val>
                                            <p:strVal val="#ppt_x"/>
                                          </p:val>
                                        </p:tav>
                                      </p:tavLst>
                                    </p:anim>
                                    <p:anim calcmode="lin" valueType="num">
                                      <p:cBhvr>
                                        <p:cTn id="31" dur="75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750"/>
                                        <p:tgtEl>
                                          <p:spTgt spid="8"/>
                                        </p:tgtEl>
                                      </p:cBhvr>
                                    </p:animEffect>
                                    <p:anim calcmode="lin" valueType="num">
                                      <p:cBhvr>
                                        <p:cTn id="35" dur="750" fill="hold"/>
                                        <p:tgtEl>
                                          <p:spTgt spid="8"/>
                                        </p:tgtEl>
                                        <p:attrNameLst>
                                          <p:attrName>ppt_x</p:attrName>
                                        </p:attrNameLst>
                                      </p:cBhvr>
                                      <p:tavLst>
                                        <p:tav tm="0">
                                          <p:val>
                                            <p:strVal val="#ppt_x"/>
                                          </p:val>
                                        </p:tav>
                                        <p:tav tm="100000">
                                          <p:val>
                                            <p:strVal val="#ppt_x"/>
                                          </p:val>
                                        </p:tav>
                                      </p:tavLst>
                                    </p:anim>
                                    <p:anim calcmode="lin" valueType="num">
                                      <p:cBhvr>
                                        <p:cTn id="36"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750"/>
                                        <p:tgtEl>
                                          <p:spTgt spid="9"/>
                                        </p:tgtEl>
                                      </p:cBhvr>
                                    </p:animEffect>
                                    <p:anim calcmode="lin" valueType="num">
                                      <p:cBhvr>
                                        <p:cTn id="42" dur="750" fill="hold"/>
                                        <p:tgtEl>
                                          <p:spTgt spid="9"/>
                                        </p:tgtEl>
                                        <p:attrNameLst>
                                          <p:attrName>ppt_x</p:attrName>
                                        </p:attrNameLst>
                                      </p:cBhvr>
                                      <p:tavLst>
                                        <p:tav tm="0">
                                          <p:val>
                                            <p:strVal val="#ppt_x"/>
                                          </p:val>
                                        </p:tav>
                                        <p:tav tm="100000">
                                          <p:val>
                                            <p:strVal val="#ppt_x"/>
                                          </p:val>
                                        </p:tav>
                                      </p:tavLst>
                                    </p:anim>
                                    <p:anim calcmode="lin" valueType="num">
                                      <p:cBhvr>
                                        <p:cTn id="43" dur="75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750"/>
                                        <p:tgtEl>
                                          <p:spTgt spid="10"/>
                                        </p:tgtEl>
                                      </p:cBhvr>
                                    </p:animEffect>
                                    <p:anim calcmode="lin" valueType="num">
                                      <p:cBhvr>
                                        <p:cTn id="47" dur="750" fill="hold"/>
                                        <p:tgtEl>
                                          <p:spTgt spid="10"/>
                                        </p:tgtEl>
                                        <p:attrNameLst>
                                          <p:attrName>ppt_x</p:attrName>
                                        </p:attrNameLst>
                                      </p:cBhvr>
                                      <p:tavLst>
                                        <p:tav tm="0">
                                          <p:val>
                                            <p:strVal val="#ppt_x"/>
                                          </p:val>
                                        </p:tav>
                                        <p:tav tm="100000">
                                          <p:val>
                                            <p:strVal val="#ppt_x"/>
                                          </p:val>
                                        </p:tav>
                                      </p:tavLst>
                                    </p:anim>
                                    <p:anim calcmode="lin" valueType="num">
                                      <p:cBhvr>
                                        <p:cTn id="48" dur="750" fill="hold"/>
                                        <p:tgtEl>
                                          <p:spTgt spid="1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750"/>
                                        <p:tgtEl>
                                          <p:spTgt spid="11"/>
                                        </p:tgtEl>
                                      </p:cBhvr>
                                    </p:animEffect>
                                    <p:anim calcmode="lin" valueType="num">
                                      <p:cBhvr>
                                        <p:cTn id="52" dur="750" fill="hold"/>
                                        <p:tgtEl>
                                          <p:spTgt spid="11"/>
                                        </p:tgtEl>
                                        <p:attrNameLst>
                                          <p:attrName>ppt_x</p:attrName>
                                        </p:attrNameLst>
                                      </p:cBhvr>
                                      <p:tavLst>
                                        <p:tav tm="0">
                                          <p:val>
                                            <p:strVal val="#ppt_x"/>
                                          </p:val>
                                        </p:tav>
                                        <p:tav tm="100000">
                                          <p:val>
                                            <p:strVal val="#ppt_x"/>
                                          </p:val>
                                        </p:tav>
                                      </p:tavLst>
                                    </p:anim>
                                    <p:anim calcmode="lin" valueType="num">
                                      <p:cBhvr>
                                        <p:cTn id="53" dur="7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2084358"/>
            <a:ext cx="5701546" cy="712708"/>
          </a:xfrm>
          <a:prstGeom prst="rect">
            <a:avLst/>
          </a:prstGeom>
          <a:noFill/>
          <a:ln/>
        </p:spPr>
        <p:txBody>
          <a:bodyPr wrap="none" lIns="0" tIns="0" rIns="0" bIns="0" rtlCol="0" anchor="t"/>
          <a:lstStyle/>
          <a:p>
            <a:pPr marL="0" indent="0">
              <a:lnSpc>
                <a:spcPts val="5600"/>
              </a:lnSpc>
              <a:buNone/>
            </a:pPr>
            <a:r>
              <a:rPr lang="en-US" sz="4450" dirty="0">
                <a:solidFill>
                  <a:srgbClr val="1F1E1E"/>
                </a:solidFill>
                <a:latin typeface="Roboto Slab" pitchFamily="2" charset="0"/>
                <a:ea typeface="Roboto Slab" pitchFamily="2" charset="0"/>
                <a:cs typeface="Roboto Slab" pitchFamily="2" charset="0"/>
              </a:rPr>
              <a:t>Conclusion</a:t>
            </a:r>
            <a:endParaRPr lang="en-US" sz="4450" dirty="0">
              <a:latin typeface="Roboto Slab" pitchFamily="2" charset="0"/>
              <a:ea typeface="Roboto Slab" pitchFamily="2" charset="0"/>
              <a:cs typeface="Roboto Slab" pitchFamily="2" charset="0"/>
            </a:endParaRPr>
          </a:p>
        </p:txBody>
      </p:sp>
      <p:sp>
        <p:nvSpPr>
          <p:cNvPr id="4" name="Text 1"/>
          <p:cNvSpPr/>
          <p:nvPr/>
        </p:nvSpPr>
        <p:spPr>
          <a:xfrm>
            <a:off x="758309" y="3035353"/>
            <a:ext cx="7627382" cy="1386840"/>
          </a:xfrm>
          <a:prstGeom prst="rect">
            <a:avLst/>
          </a:prstGeom>
          <a:noFill/>
          <a:ln/>
        </p:spPr>
        <p:txBody>
          <a:bodyPr wrap="square" lIns="0" tIns="0" rIns="0" bIns="0" rtlCol="0" anchor="t"/>
          <a:lstStyle/>
          <a:p>
            <a:pPr marL="0" indent="0" algn="just">
              <a:buNone/>
            </a:pPr>
            <a:r>
              <a:rPr lang="en-US" sz="2400" dirty="0">
                <a:solidFill>
                  <a:srgbClr val="3B3535"/>
                </a:solidFill>
                <a:latin typeface="Roboto Slab" pitchFamily="2" charset="0"/>
                <a:ea typeface="Roboto Slab" pitchFamily="2" charset="0"/>
                <a:cs typeface="Roboto Slab" pitchFamily="2" charset="0"/>
              </a:rPr>
              <a:t>Knowing the differences between Resume, CV, and Biodata is essential for navigating professional and academic paths. Use the right document for the right purpose and tailor your content to effectively showcase your qualifications.</a:t>
            </a:r>
            <a:endParaRPr lang="en-US" sz="2400" dirty="0">
              <a:latin typeface="Roboto Slab" pitchFamily="2" charset="0"/>
              <a:ea typeface="Roboto Slab" pitchFamily="2" charset="0"/>
              <a:cs typeface="Roboto Slab"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2">
            <a:extLst>
              <a:ext uri="{FF2B5EF4-FFF2-40B4-BE49-F238E27FC236}">
                <a16:creationId xmlns:a16="http://schemas.microsoft.com/office/drawing/2014/main" id="{E67D4E92-B693-D9D7-068B-7FBC8AFCEDA6}"/>
              </a:ext>
            </a:extLst>
          </p:cNvPr>
          <p:cNvSpPr/>
          <p:nvPr/>
        </p:nvSpPr>
        <p:spPr>
          <a:xfrm rot="20791940">
            <a:off x="1299747" y="1932250"/>
            <a:ext cx="7488118" cy="3207641"/>
          </a:xfrm>
          <a:prstGeom prst="rect">
            <a:avLst/>
          </a:prstGeom>
          <a:noFill/>
          <a:ln/>
        </p:spPr>
        <p:txBody>
          <a:bodyPr wrap="square" rtlCol="0" anchor="t"/>
          <a:lstStyle/>
          <a:p>
            <a:r>
              <a:rPr lang="en-US" sz="8000" dirty="0">
                <a:latin typeface="Roboto Slab" pitchFamily="2" charset="0"/>
                <a:ea typeface="Roboto Slab" pitchFamily="2" charset="0"/>
                <a:cs typeface="Roboto Slab" pitchFamily="2" charset="0"/>
              </a:rPr>
              <a:t>Thank You for Your Attention &amp; Presence</a:t>
            </a:r>
          </a:p>
        </p:txBody>
      </p:sp>
      <p:pic>
        <p:nvPicPr>
          <p:cNvPr id="3" name="Picture 2">
            <a:extLst>
              <a:ext uri="{FF2B5EF4-FFF2-40B4-BE49-F238E27FC236}">
                <a16:creationId xmlns:a16="http://schemas.microsoft.com/office/drawing/2014/main" id="{56C9E62D-2E0E-0D64-2C42-3A960160DEB3}"/>
              </a:ext>
            </a:extLst>
          </p:cNvPr>
          <p:cNvPicPr>
            <a:picLocks noChangeAspect="1"/>
          </p:cNvPicPr>
          <p:nvPr/>
        </p:nvPicPr>
        <p:blipFill>
          <a:blip r:embed="rId3"/>
          <a:srcRect b="3860"/>
          <a:stretch/>
        </p:blipFill>
        <p:spPr>
          <a:xfrm flipH="1">
            <a:off x="9815409" y="0"/>
            <a:ext cx="4814991" cy="822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448</TotalTime>
  <Words>533</Words>
  <Application>Microsoft Office PowerPoint</Application>
  <PresentationFormat>Custom</PresentationFormat>
  <Paragraphs>97</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Wingdings</vt:lpstr>
      <vt:lpstr>Roboto Slab</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Adnan Khan</cp:lastModifiedBy>
  <cp:revision>116</cp:revision>
  <dcterms:created xsi:type="dcterms:W3CDTF">2024-09-23T14:37:17Z</dcterms:created>
  <dcterms:modified xsi:type="dcterms:W3CDTF">2024-11-21T18:08:03Z</dcterms:modified>
</cp:coreProperties>
</file>