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3" r:id="rId1"/>
  </p:sldMasterIdLst>
  <p:notesMasterIdLst>
    <p:notesMasterId r:id="rId13"/>
  </p:notesMasterIdLst>
  <p:sldIdLst>
    <p:sldId id="256" r:id="rId2"/>
    <p:sldId id="257" r:id="rId3"/>
    <p:sldId id="344" r:id="rId4"/>
    <p:sldId id="258" r:id="rId5"/>
    <p:sldId id="260" r:id="rId6"/>
    <p:sldId id="343" r:id="rId7"/>
    <p:sldId id="345" r:id="rId8"/>
    <p:sldId id="347" r:id="rId9"/>
    <p:sldId id="346" r:id="rId10"/>
    <p:sldId id="263" r:id="rId11"/>
    <p:sldId id="264" r:id="rId12"/>
  </p:sldIdLst>
  <p:sldSz cx="9144000" cy="5143500" type="screen16x9"/>
  <p:notesSz cx="6858000" cy="9144000"/>
  <p:embeddedFontLst>
    <p:embeddedFont>
      <p:font typeface="Denk One" panose="020B0604020202020204" charset="0"/>
      <p:regular r:id="rId14"/>
    </p:embeddedFont>
    <p:embeddedFont>
      <p:font typeface="Fira Sans Extra Condensed" panose="020B0503050000020004" pitchFamily="34" charset="0"/>
      <p:regular r:id="rId15"/>
      <p:bold r:id="rId16"/>
      <p:italic r:id="rId17"/>
      <p:boldItalic r:id="rId18"/>
    </p:embeddedFont>
    <p:embeddedFont>
      <p:font typeface="Orbitron" panose="020B0604020202020204" charset="0"/>
      <p:regular r:id="rId19"/>
      <p:bold r:id="rId20"/>
    </p:embeddedFont>
    <p:embeddedFont>
      <p:font typeface="Quicksand" panose="020B0604020202020204"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7DDAC2-CA89-4F37-A0C5-20DEFAEBA526}">
  <a:tblStyle styleId="{7D7DDAC2-CA89-4F37-A0C5-20DEFAEBA52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3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f17053b67e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5" name="Google Shape;1205;gf17053b67e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cc9050bdf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cc9050bdf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1"/>
        <p:cNvGrpSpPr/>
        <p:nvPr/>
      </p:nvGrpSpPr>
      <p:grpSpPr>
        <a:xfrm>
          <a:off x="0" y="0"/>
          <a:ext cx="0" cy="0"/>
          <a:chOff x="0" y="0"/>
          <a:chExt cx="0" cy="0"/>
        </a:xfrm>
      </p:grpSpPr>
      <p:sp>
        <p:nvSpPr>
          <p:cNvPr id="1842" name="Google Shape;1842;gcc9050bdf8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3" name="Google Shape;1843;gcc9050bdf8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3866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gf60122e166_0_5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2" name="Google Shape;1302;gf60122e166_0_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gcc9050bdf8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0" name="Google Shape;1390;gcc9050bdf8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8"/>
        <p:cNvGrpSpPr/>
        <p:nvPr/>
      </p:nvGrpSpPr>
      <p:grpSpPr>
        <a:xfrm>
          <a:off x="0" y="0"/>
          <a:ext cx="0" cy="0"/>
          <a:chOff x="0" y="0"/>
          <a:chExt cx="0" cy="0"/>
        </a:xfrm>
      </p:grpSpPr>
      <p:sp>
        <p:nvSpPr>
          <p:cNvPr id="1589" name="Google Shape;1589;gcc9050bdf8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0" name="Google Shape;1590;gcc9050bdf8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692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gcc9050bdf8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6" name="Google Shape;2146;gcc9050bdf8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9469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8"/>
        <p:cNvGrpSpPr/>
        <p:nvPr/>
      </p:nvGrpSpPr>
      <p:grpSpPr>
        <a:xfrm>
          <a:off x="0" y="0"/>
          <a:ext cx="0" cy="0"/>
          <a:chOff x="0" y="0"/>
          <a:chExt cx="0" cy="0"/>
        </a:xfrm>
      </p:grpSpPr>
      <p:sp>
        <p:nvSpPr>
          <p:cNvPr id="1589" name="Google Shape;1589;gcc9050bdf8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0" name="Google Shape;1590;gcc9050bdf8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9962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gcc9050bdf8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6" name="Google Shape;2146;gcc9050bdf8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7092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9"/>
        <p:cNvGrpSpPr/>
        <p:nvPr/>
      </p:nvGrpSpPr>
      <p:grpSpPr>
        <a:xfrm>
          <a:off x="0" y="0"/>
          <a:ext cx="0" cy="0"/>
          <a:chOff x="0" y="0"/>
          <a:chExt cx="0" cy="0"/>
        </a:xfrm>
      </p:grpSpPr>
      <p:sp>
        <p:nvSpPr>
          <p:cNvPr id="1530" name="Google Shape;1530;gcc9050bdf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1" name="Google Shape;1531;gcc9050bdf8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2"/>
        <p:cNvGrpSpPr/>
        <p:nvPr/>
      </p:nvGrpSpPr>
      <p:grpSpPr>
        <a:xfrm>
          <a:off x="0" y="0"/>
          <a:ext cx="0" cy="0"/>
          <a:chOff x="0" y="0"/>
          <a:chExt cx="0" cy="0"/>
        </a:xfrm>
      </p:grpSpPr>
      <p:sp>
        <p:nvSpPr>
          <p:cNvPr id="1543" name="Google Shape;1543;g10cb08aead6_0_7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4" name="Google Shape;1544;g10cb08aead6_0_7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58350" y="258050"/>
            <a:ext cx="8428950" cy="4627500"/>
            <a:chOff x="358350" y="258050"/>
            <a:chExt cx="8428950" cy="4627500"/>
          </a:xfrm>
        </p:grpSpPr>
        <p:sp>
          <p:nvSpPr>
            <p:cNvPr id="10" name="Google Shape;10;p2"/>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20000" y="407061"/>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rot="10800000" flipH="1">
              <a:off x="4159199" y="4657459"/>
              <a:ext cx="825589" cy="93999"/>
              <a:chOff x="5718423" y="809024"/>
              <a:chExt cx="830071" cy="94500"/>
            </a:xfrm>
          </p:grpSpPr>
          <p:sp>
            <p:nvSpPr>
              <p:cNvPr id="14" name="Google Shape;14;p2"/>
              <p:cNvSpPr/>
              <p:nvPr/>
            </p:nvSpPr>
            <p:spPr>
              <a:xfrm>
                <a:off x="596361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718423"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20880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45399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 name="Google Shape;18;p2"/>
          <p:cNvSpPr txBox="1">
            <a:spLocks noGrp="1"/>
          </p:cNvSpPr>
          <p:nvPr>
            <p:ph type="ctrTitle"/>
          </p:nvPr>
        </p:nvSpPr>
        <p:spPr>
          <a:xfrm>
            <a:off x="720000" y="1185650"/>
            <a:ext cx="3852000" cy="23610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4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9" name="Google Shape;19;p2"/>
          <p:cNvSpPr txBox="1">
            <a:spLocks noGrp="1"/>
          </p:cNvSpPr>
          <p:nvPr>
            <p:ph type="subTitle" idx="1"/>
          </p:nvPr>
        </p:nvSpPr>
        <p:spPr>
          <a:xfrm>
            <a:off x="790635" y="3761000"/>
            <a:ext cx="3909900" cy="410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2477237" y="1522954"/>
            <a:ext cx="4205400" cy="166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2" name="Google Shape;22;p3"/>
          <p:cNvSpPr txBox="1">
            <a:spLocks noGrp="1"/>
          </p:cNvSpPr>
          <p:nvPr>
            <p:ph type="subTitle" idx="1"/>
          </p:nvPr>
        </p:nvSpPr>
        <p:spPr>
          <a:xfrm>
            <a:off x="3204287" y="3218546"/>
            <a:ext cx="27513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 name="Google Shape;23;p3"/>
          <p:cNvSpPr txBox="1">
            <a:spLocks noGrp="1"/>
          </p:cNvSpPr>
          <p:nvPr>
            <p:ph type="title" idx="2" hasCustomPrompt="1"/>
          </p:nvPr>
        </p:nvSpPr>
        <p:spPr>
          <a:xfrm>
            <a:off x="1639207" y="935175"/>
            <a:ext cx="969000" cy="713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3500">
                <a:solidFill>
                  <a:schemeClr val="lt1"/>
                </a:solidFill>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grpSp>
        <p:nvGrpSpPr>
          <p:cNvPr id="24" name="Google Shape;24;p3"/>
          <p:cNvGrpSpPr/>
          <p:nvPr/>
        </p:nvGrpSpPr>
        <p:grpSpPr>
          <a:xfrm>
            <a:off x="2038439" y="258000"/>
            <a:ext cx="5082995" cy="4627500"/>
            <a:chOff x="3704375" y="258050"/>
            <a:chExt cx="5082995" cy="4627500"/>
          </a:xfrm>
        </p:grpSpPr>
        <p:sp>
          <p:nvSpPr>
            <p:cNvPr id="25" name="Google Shape;25;p3"/>
            <p:cNvSpPr/>
            <p:nvPr/>
          </p:nvSpPr>
          <p:spPr>
            <a:xfrm>
              <a:off x="3704375" y="258050"/>
              <a:ext cx="50820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3705370" y="258050"/>
              <a:ext cx="50820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3"/>
            <p:cNvGrpSpPr/>
            <p:nvPr/>
          </p:nvGrpSpPr>
          <p:grpSpPr>
            <a:xfrm rot="10800000" flipH="1">
              <a:off x="5829576" y="4657459"/>
              <a:ext cx="825589" cy="93999"/>
              <a:chOff x="5718423" y="809024"/>
              <a:chExt cx="830071" cy="94500"/>
            </a:xfrm>
          </p:grpSpPr>
          <p:sp>
            <p:nvSpPr>
              <p:cNvPr id="28" name="Google Shape;28;p3"/>
              <p:cNvSpPr/>
              <p:nvPr/>
            </p:nvSpPr>
            <p:spPr>
              <a:xfrm>
                <a:off x="5718423"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596361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620880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645399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32;p3"/>
            <p:cNvGrpSpPr/>
            <p:nvPr/>
          </p:nvGrpSpPr>
          <p:grpSpPr>
            <a:xfrm>
              <a:off x="3932900" y="407050"/>
              <a:ext cx="4491000" cy="262500"/>
              <a:chOff x="3646108" y="393414"/>
              <a:chExt cx="4491000" cy="262500"/>
            </a:xfrm>
          </p:grpSpPr>
          <p:sp>
            <p:nvSpPr>
              <p:cNvPr id="33" name="Google Shape;33;p3"/>
              <p:cNvSpPr/>
              <p:nvPr/>
            </p:nvSpPr>
            <p:spPr>
              <a:xfrm>
                <a:off x="3646108" y="393414"/>
                <a:ext cx="4491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 name="Google Shape;34;p3"/>
              <p:cNvGrpSpPr/>
              <p:nvPr/>
            </p:nvGrpSpPr>
            <p:grpSpPr>
              <a:xfrm rot="10800000" flipH="1">
                <a:off x="3850212" y="483688"/>
                <a:ext cx="429322" cy="93999"/>
                <a:chOff x="9164898" y="744468"/>
                <a:chExt cx="431653" cy="94500"/>
              </a:xfrm>
            </p:grpSpPr>
            <p:sp>
              <p:nvSpPr>
                <p:cNvPr id="35" name="Google Shape;35;p3"/>
                <p:cNvSpPr/>
                <p:nvPr/>
              </p:nvSpPr>
              <p:spPr>
                <a:xfrm>
                  <a:off x="9164898" y="744468"/>
                  <a:ext cx="94500" cy="94500"/>
                </a:xfrm>
                <a:prstGeom prst="ellipse">
                  <a:avLst/>
                </a:prstGeom>
                <a:solidFill>
                  <a:schemeClr val="accent2"/>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9333475" y="744468"/>
                  <a:ext cx="94500" cy="94500"/>
                </a:xfrm>
                <a:prstGeom prst="ellipse">
                  <a:avLst/>
                </a:prstGeom>
                <a:solidFill>
                  <a:schemeClr val="accent4"/>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9502051" y="744468"/>
                  <a:ext cx="94500" cy="94500"/>
                </a:xfrm>
                <a:prstGeom prst="ellipse">
                  <a:avLst/>
                </a:prstGeom>
                <a:solidFill>
                  <a:schemeClr val="lt1"/>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8"/>
        <p:cNvGrpSpPr/>
        <p:nvPr/>
      </p:nvGrpSpPr>
      <p:grpSpPr>
        <a:xfrm>
          <a:off x="0" y="0"/>
          <a:ext cx="0" cy="0"/>
          <a:chOff x="0" y="0"/>
          <a:chExt cx="0" cy="0"/>
        </a:xfrm>
      </p:grpSpPr>
      <p:grpSp>
        <p:nvGrpSpPr>
          <p:cNvPr id="39" name="Google Shape;39;p4"/>
          <p:cNvGrpSpPr/>
          <p:nvPr/>
        </p:nvGrpSpPr>
        <p:grpSpPr>
          <a:xfrm>
            <a:off x="358350" y="258050"/>
            <a:ext cx="8428950" cy="4627500"/>
            <a:chOff x="358350" y="258050"/>
            <a:chExt cx="8428950" cy="4627500"/>
          </a:xfrm>
        </p:grpSpPr>
        <p:sp>
          <p:nvSpPr>
            <p:cNvPr id="40" name="Google Shape;40;p4"/>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4"/>
            <p:cNvGrpSpPr/>
            <p:nvPr/>
          </p:nvGrpSpPr>
          <p:grpSpPr>
            <a:xfrm rot="10800000" flipH="1">
              <a:off x="4159199" y="4657459"/>
              <a:ext cx="825589" cy="93999"/>
              <a:chOff x="5718423" y="809024"/>
              <a:chExt cx="830071" cy="94500"/>
            </a:xfrm>
          </p:grpSpPr>
          <p:sp>
            <p:nvSpPr>
              <p:cNvPr id="43" name="Google Shape;43;p4"/>
              <p:cNvSpPr/>
              <p:nvPr/>
            </p:nvSpPr>
            <p:spPr>
              <a:xfrm>
                <a:off x="5718423"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596361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620880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645399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4"/>
            <p:cNvGrpSpPr/>
            <p:nvPr/>
          </p:nvGrpSpPr>
          <p:grpSpPr>
            <a:xfrm>
              <a:off x="720000" y="407061"/>
              <a:ext cx="7704000" cy="262500"/>
              <a:chOff x="433208" y="393425"/>
              <a:chExt cx="7704000" cy="262500"/>
            </a:xfrm>
          </p:grpSpPr>
          <p:sp>
            <p:nvSpPr>
              <p:cNvPr id="48" name="Google Shape;48;p4"/>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4"/>
              <p:cNvGrpSpPr/>
              <p:nvPr/>
            </p:nvGrpSpPr>
            <p:grpSpPr>
              <a:xfrm rot="10800000" flipH="1">
                <a:off x="543498" y="483688"/>
                <a:ext cx="429322" cy="93999"/>
                <a:chOff x="5840230" y="744468"/>
                <a:chExt cx="431653" cy="94500"/>
              </a:xfrm>
            </p:grpSpPr>
            <p:sp>
              <p:nvSpPr>
                <p:cNvPr id="50" name="Google Shape;50;p4"/>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3" name="Google Shape;53;p4"/>
          <p:cNvSpPr txBox="1">
            <a:spLocks noGrp="1"/>
          </p:cNvSpPr>
          <p:nvPr>
            <p:ph type="title"/>
          </p:nvPr>
        </p:nvSpPr>
        <p:spPr>
          <a:xfrm>
            <a:off x="720000" y="694814"/>
            <a:ext cx="7704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4" name="Google Shape;54;p4"/>
          <p:cNvSpPr txBox="1">
            <a:spLocks noGrp="1"/>
          </p:cNvSpPr>
          <p:nvPr>
            <p:ph type="body" idx="1"/>
          </p:nvPr>
        </p:nvSpPr>
        <p:spPr>
          <a:xfrm>
            <a:off x="720000" y="1152475"/>
            <a:ext cx="7704000" cy="345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grpSp>
        <p:nvGrpSpPr>
          <p:cNvPr id="76" name="Google Shape;76;p6"/>
          <p:cNvGrpSpPr/>
          <p:nvPr/>
        </p:nvGrpSpPr>
        <p:grpSpPr>
          <a:xfrm>
            <a:off x="358350" y="258050"/>
            <a:ext cx="8428950" cy="4627500"/>
            <a:chOff x="358350" y="258050"/>
            <a:chExt cx="8428950" cy="4627500"/>
          </a:xfrm>
        </p:grpSpPr>
        <p:sp>
          <p:nvSpPr>
            <p:cNvPr id="77" name="Google Shape;77;p6"/>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 name="Google Shape;79;p6"/>
            <p:cNvGrpSpPr/>
            <p:nvPr/>
          </p:nvGrpSpPr>
          <p:grpSpPr>
            <a:xfrm rot="10800000" flipH="1">
              <a:off x="4159199" y="4657459"/>
              <a:ext cx="825589" cy="93999"/>
              <a:chOff x="5718423" y="809024"/>
              <a:chExt cx="830071" cy="94500"/>
            </a:xfrm>
          </p:grpSpPr>
          <p:sp>
            <p:nvSpPr>
              <p:cNvPr id="80" name="Google Shape;80;p6"/>
              <p:cNvSpPr/>
              <p:nvPr/>
            </p:nvSpPr>
            <p:spPr>
              <a:xfrm>
                <a:off x="5718423"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a:off x="596361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620880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a:off x="645399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84;p6"/>
            <p:cNvGrpSpPr/>
            <p:nvPr/>
          </p:nvGrpSpPr>
          <p:grpSpPr>
            <a:xfrm>
              <a:off x="720000" y="407061"/>
              <a:ext cx="7704000" cy="262500"/>
              <a:chOff x="433208" y="393425"/>
              <a:chExt cx="7704000" cy="262500"/>
            </a:xfrm>
          </p:grpSpPr>
          <p:sp>
            <p:nvSpPr>
              <p:cNvPr id="85" name="Google Shape;85;p6"/>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rot="10800000" flipH="1">
                <a:off x="543498" y="483688"/>
                <a:ext cx="93990" cy="93999"/>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7" name="Google Shape;87;p6"/>
          <p:cNvSpPr txBox="1">
            <a:spLocks noGrp="1"/>
          </p:cNvSpPr>
          <p:nvPr>
            <p:ph type="title"/>
          </p:nvPr>
        </p:nvSpPr>
        <p:spPr>
          <a:xfrm>
            <a:off x="720000" y="692400"/>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8"/>
        <p:cNvGrpSpPr/>
        <p:nvPr/>
      </p:nvGrpSpPr>
      <p:grpSpPr>
        <a:xfrm>
          <a:off x="0" y="0"/>
          <a:ext cx="0" cy="0"/>
          <a:chOff x="0" y="0"/>
          <a:chExt cx="0" cy="0"/>
        </a:xfrm>
      </p:grpSpPr>
      <p:grpSp>
        <p:nvGrpSpPr>
          <p:cNvPr id="89" name="Google Shape;89;p7"/>
          <p:cNvGrpSpPr/>
          <p:nvPr/>
        </p:nvGrpSpPr>
        <p:grpSpPr>
          <a:xfrm>
            <a:off x="358350" y="258050"/>
            <a:ext cx="8428950" cy="4627500"/>
            <a:chOff x="358350" y="258050"/>
            <a:chExt cx="8428950" cy="4627500"/>
          </a:xfrm>
        </p:grpSpPr>
        <p:sp>
          <p:nvSpPr>
            <p:cNvPr id="90" name="Google Shape;90;p7"/>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7"/>
            <p:cNvGrpSpPr/>
            <p:nvPr/>
          </p:nvGrpSpPr>
          <p:grpSpPr>
            <a:xfrm rot="10800000" flipH="1">
              <a:off x="4159199" y="4657459"/>
              <a:ext cx="825589" cy="93999"/>
              <a:chOff x="5718423" y="809024"/>
              <a:chExt cx="830071" cy="94500"/>
            </a:xfrm>
          </p:grpSpPr>
          <p:sp>
            <p:nvSpPr>
              <p:cNvPr id="93" name="Google Shape;93;p7"/>
              <p:cNvSpPr/>
              <p:nvPr/>
            </p:nvSpPr>
            <p:spPr>
              <a:xfrm>
                <a:off x="5718423"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p:cNvSpPr/>
              <p:nvPr/>
            </p:nvSpPr>
            <p:spPr>
              <a:xfrm>
                <a:off x="596361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p:cNvSpPr/>
              <p:nvPr/>
            </p:nvSpPr>
            <p:spPr>
              <a:xfrm>
                <a:off x="620880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7"/>
              <p:cNvSpPr/>
              <p:nvPr/>
            </p:nvSpPr>
            <p:spPr>
              <a:xfrm>
                <a:off x="645399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7"/>
            <p:cNvGrpSpPr/>
            <p:nvPr/>
          </p:nvGrpSpPr>
          <p:grpSpPr>
            <a:xfrm>
              <a:off x="720000" y="407061"/>
              <a:ext cx="7704000" cy="262500"/>
              <a:chOff x="433208" y="393425"/>
              <a:chExt cx="7704000" cy="262500"/>
            </a:xfrm>
          </p:grpSpPr>
          <p:sp>
            <p:nvSpPr>
              <p:cNvPr id="98" name="Google Shape;98;p7"/>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 name="Google Shape;99;p7"/>
              <p:cNvGrpSpPr/>
              <p:nvPr/>
            </p:nvGrpSpPr>
            <p:grpSpPr>
              <a:xfrm rot="10800000" flipH="1">
                <a:off x="543498" y="483688"/>
                <a:ext cx="429322" cy="93999"/>
                <a:chOff x="5840230" y="744468"/>
                <a:chExt cx="431653" cy="94500"/>
              </a:xfrm>
            </p:grpSpPr>
            <p:sp>
              <p:nvSpPr>
                <p:cNvPr id="100" name="Google Shape;100;p7"/>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7"/>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3" name="Google Shape;103;p7"/>
          <p:cNvSpPr txBox="1">
            <a:spLocks noGrp="1"/>
          </p:cNvSpPr>
          <p:nvPr>
            <p:ph type="title"/>
          </p:nvPr>
        </p:nvSpPr>
        <p:spPr>
          <a:xfrm>
            <a:off x="726454" y="1379050"/>
            <a:ext cx="3251400" cy="924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4" name="Google Shape;104;p7"/>
          <p:cNvSpPr txBox="1">
            <a:spLocks noGrp="1"/>
          </p:cNvSpPr>
          <p:nvPr>
            <p:ph type="body" idx="1"/>
          </p:nvPr>
        </p:nvSpPr>
        <p:spPr>
          <a:xfrm>
            <a:off x="726454" y="2297340"/>
            <a:ext cx="3251400" cy="1471500"/>
          </a:xfrm>
          <a:prstGeom prst="rect">
            <a:avLst/>
          </a:prstGeom>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5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_12">
    <p:spTree>
      <p:nvGrpSpPr>
        <p:cNvPr id="1" name="Shape 276"/>
        <p:cNvGrpSpPr/>
        <p:nvPr/>
      </p:nvGrpSpPr>
      <p:grpSpPr>
        <a:xfrm>
          <a:off x="0" y="0"/>
          <a:ext cx="0" cy="0"/>
          <a:chOff x="0" y="0"/>
          <a:chExt cx="0" cy="0"/>
        </a:xfrm>
      </p:grpSpPr>
      <p:grpSp>
        <p:nvGrpSpPr>
          <p:cNvPr id="277" name="Google Shape;277;p20"/>
          <p:cNvGrpSpPr/>
          <p:nvPr/>
        </p:nvGrpSpPr>
        <p:grpSpPr>
          <a:xfrm>
            <a:off x="358350" y="258050"/>
            <a:ext cx="8428950" cy="4627500"/>
            <a:chOff x="358350" y="258050"/>
            <a:chExt cx="8428950" cy="4627500"/>
          </a:xfrm>
        </p:grpSpPr>
        <p:sp>
          <p:nvSpPr>
            <p:cNvPr id="278" name="Google Shape;278;p20"/>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0"/>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 name="Google Shape;280;p20"/>
            <p:cNvGrpSpPr/>
            <p:nvPr/>
          </p:nvGrpSpPr>
          <p:grpSpPr>
            <a:xfrm rot="10800000" flipH="1">
              <a:off x="4159199" y="4657459"/>
              <a:ext cx="825589" cy="93999"/>
              <a:chOff x="5718423" y="809024"/>
              <a:chExt cx="830071" cy="94500"/>
            </a:xfrm>
          </p:grpSpPr>
          <p:sp>
            <p:nvSpPr>
              <p:cNvPr id="281" name="Google Shape;281;p20"/>
              <p:cNvSpPr/>
              <p:nvPr/>
            </p:nvSpPr>
            <p:spPr>
              <a:xfrm>
                <a:off x="5718423"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0"/>
              <p:cNvSpPr/>
              <p:nvPr/>
            </p:nvSpPr>
            <p:spPr>
              <a:xfrm>
                <a:off x="596361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0"/>
              <p:cNvSpPr/>
              <p:nvPr/>
            </p:nvSpPr>
            <p:spPr>
              <a:xfrm>
                <a:off x="620880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0"/>
              <p:cNvSpPr/>
              <p:nvPr/>
            </p:nvSpPr>
            <p:spPr>
              <a:xfrm>
                <a:off x="645399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20"/>
            <p:cNvGrpSpPr/>
            <p:nvPr/>
          </p:nvGrpSpPr>
          <p:grpSpPr>
            <a:xfrm>
              <a:off x="720000" y="407061"/>
              <a:ext cx="7704000" cy="262500"/>
              <a:chOff x="433208" y="393425"/>
              <a:chExt cx="7704000" cy="262500"/>
            </a:xfrm>
          </p:grpSpPr>
          <p:sp>
            <p:nvSpPr>
              <p:cNvPr id="286" name="Google Shape;286;p20"/>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20"/>
              <p:cNvGrpSpPr/>
              <p:nvPr/>
            </p:nvGrpSpPr>
            <p:grpSpPr>
              <a:xfrm rot="10800000" flipH="1">
                <a:off x="543498" y="483688"/>
                <a:ext cx="429322" cy="93999"/>
                <a:chOff x="5840230" y="744468"/>
                <a:chExt cx="431653" cy="94500"/>
              </a:xfrm>
            </p:grpSpPr>
            <p:sp>
              <p:nvSpPr>
                <p:cNvPr id="288" name="Google Shape;288;p20"/>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0"/>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0"/>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91" name="Google Shape;291;p20"/>
          <p:cNvSpPr txBox="1">
            <a:spLocks noGrp="1"/>
          </p:cNvSpPr>
          <p:nvPr>
            <p:ph type="ctrTitle"/>
          </p:nvPr>
        </p:nvSpPr>
        <p:spPr>
          <a:xfrm>
            <a:off x="4884802" y="687900"/>
            <a:ext cx="3489000" cy="3675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a:solidFill>
                  <a:schemeClr val="dk1"/>
                </a:solidFill>
              </a:defRPr>
            </a:lvl1pPr>
            <a:lvl2pPr lvl="1" rtl="0">
              <a:spcBef>
                <a:spcPts val="0"/>
              </a:spcBef>
              <a:spcAft>
                <a:spcPts val="0"/>
              </a:spcAft>
              <a:buSzPts val="2000"/>
              <a:buFont typeface="Denk One"/>
              <a:buNone/>
              <a:defRPr sz="2000">
                <a:latin typeface="Denk One"/>
                <a:ea typeface="Denk One"/>
                <a:cs typeface="Denk One"/>
                <a:sym typeface="Denk One"/>
              </a:defRPr>
            </a:lvl2pPr>
            <a:lvl3pPr lvl="2" rtl="0">
              <a:spcBef>
                <a:spcPts val="0"/>
              </a:spcBef>
              <a:spcAft>
                <a:spcPts val="0"/>
              </a:spcAft>
              <a:buSzPts val="2000"/>
              <a:buFont typeface="Denk One"/>
              <a:buNone/>
              <a:defRPr sz="2000">
                <a:latin typeface="Denk One"/>
                <a:ea typeface="Denk One"/>
                <a:cs typeface="Denk One"/>
                <a:sym typeface="Denk One"/>
              </a:defRPr>
            </a:lvl3pPr>
            <a:lvl4pPr lvl="3" rtl="0">
              <a:spcBef>
                <a:spcPts val="0"/>
              </a:spcBef>
              <a:spcAft>
                <a:spcPts val="0"/>
              </a:spcAft>
              <a:buSzPts val="2000"/>
              <a:buFont typeface="Denk One"/>
              <a:buNone/>
              <a:defRPr sz="2000">
                <a:latin typeface="Denk One"/>
                <a:ea typeface="Denk One"/>
                <a:cs typeface="Denk One"/>
                <a:sym typeface="Denk One"/>
              </a:defRPr>
            </a:lvl4pPr>
            <a:lvl5pPr lvl="4" rtl="0">
              <a:spcBef>
                <a:spcPts val="0"/>
              </a:spcBef>
              <a:spcAft>
                <a:spcPts val="0"/>
              </a:spcAft>
              <a:buSzPts val="2000"/>
              <a:buFont typeface="Denk One"/>
              <a:buNone/>
              <a:defRPr sz="2000">
                <a:latin typeface="Denk One"/>
                <a:ea typeface="Denk One"/>
                <a:cs typeface="Denk One"/>
                <a:sym typeface="Denk One"/>
              </a:defRPr>
            </a:lvl5pPr>
            <a:lvl6pPr lvl="5" rtl="0">
              <a:spcBef>
                <a:spcPts val="0"/>
              </a:spcBef>
              <a:spcAft>
                <a:spcPts val="0"/>
              </a:spcAft>
              <a:buSzPts val="2000"/>
              <a:buFont typeface="Denk One"/>
              <a:buNone/>
              <a:defRPr sz="2000">
                <a:latin typeface="Denk One"/>
                <a:ea typeface="Denk One"/>
                <a:cs typeface="Denk One"/>
                <a:sym typeface="Denk One"/>
              </a:defRPr>
            </a:lvl6pPr>
            <a:lvl7pPr lvl="6" rtl="0">
              <a:spcBef>
                <a:spcPts val="0"/>
              </a:spcBef>
              <a:spcAft>
                <a:spcPts val="0"/>
              </a:spcAft>
              <a:buSzPts val="2000"/>
              <a:buFont typeface="Denk One"/>
              <a:buNone/>
              <a:defRPr sz="2000">
                <a:latin typeface="Denk One"/>
                <a:ea typeface="Denk One"/>
                <a:cs typeface="Denk One"/>
                <a:sym typeface="Denk One"/>
              </a:defRPr>
            </a:lvl7pPr>
            <a:lvl8pPr lvl="7" rtl="0">
              <a:spcBef>
                <a:spcPts val="0"/>
              </a:spcBef>
              <a:spcAft>
                <a:spcPts val="0"/>
              </a:spcAft>
              <a:buSzPts val="2000"/>
              <a:buFont typeface="Denk One"/>
              <a:buNone/>
              <a:defRPr sz="2000">
                <a:latin typeface="Denk One"/>
                <a:ea typeface="Denk One"/>
                <a:cs typeface="Denk One"/>
                <a:sym typeface="Denk One"/>
              </a:defRPr>
            </a:lvl8pPr>
            <a:lvl9pPr lvl="8" rtl="0">
              <a:spcBef>
                <a:spcPts val="0"/>
              </a:spcBef>
              <a:spcAft>
                <a:spcPts val="0"/>
              </a:spcAft>
              <a:buSzPts val="2000"/>
              <a:buFont typeface="Denk One"/>
              <a:buNone/>
              <a:defRPr sz="2000">
                <a:latin typeface="Denk One"/>
                <a:ea typeface="Denk One"/>
                <a:cs typeface="Denk One"/>
                <a:sym typeface="Denk One"/>
              </a:defRPr>
            </a:lvl9pPr>
          </a:lstStyle>
          <a:p>
            <a:endParaRPr/>
          </a:p>
        </p:txBody>
      </p:sp>
      <p:sp>
        <p:nvSpPr>
          <p:cNvPr id="292" name="Google Shape;292;p20"/>
          <p:cNvSpPr txBox="1">
            <a:spLocks noGrp="1"/>
          </p:cNvSpPr>
          <p:nvPr>
            <p:ph type="subTitle" idx="1"/>
          </p:nvPr>
        </p:nvSpPr>
        <p:spPr>
          <a:xfrm>
            <a:off x="4884806" y="1054907"/>
            <a:ext cx="3387000" cy="49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434343"/>
              </a:buClr>
              <a:buSzPts val="1400"/>
              <a:buNone/>
              <a:defRPr>
                <a:solidFill>
                  <a:schemeClr val="dk1"/>
                </a:solidFill>
              </a:defRPr>
            </a:lvl1pPr>
            <a:lvl2pPr lvl="1" rtl="0">
              <a:lnSpc>
                <a:spcPct val="100000"/>
              </a:lnSpc>
              <a:spcBef>
                <a:spcPts val="0"/>
              </a:spcBef>
              <a:spcAft>
                <a:spcPts val="0"/>
              </a:spcAft>
              <a:buClr>
                <a:srgbClr val="434343"/>
              </a:buClr>
              <a:buSzPts val="1400"/>
              <a:buNone/>
              <a:defRPr>
                <a:solidFill>
                  <a:srgbClr val="434343"/>
                </a:solidFill>
              </a:defRPr>
            </a:lvl2pPr>
            <a:lvl3pPr lvl="2" rtl="0">
              <a:lnSpc>
                <a:spcPct val="100000"/>
              </a:lnSpc>
              <a:spcBef>
                <a:spcPts val="0"/>
              </a:spcBef>
              <a:spcAft>
                <a:spcPts val="0"/>
              </a:spcAft>
              <a:buClr>
                <a:srgbClr val="434343"/>
              </a:buClr>
              <a:buSzPts val="1400"/>
              <a:buNone/>
              <a:defRPr>
                <a:solidFill>
                  <a:srgbClr val="434343"/>
                </a:solidFill>
              </a:defRPr>
            </a:lvl3pPr>
            <a:lvl4pPr lvl="3" rtl="0">
              <a:lnSpc>
                <a:spcPct val="100000"/>
              </a:lnSpc>
              <a:spcBef>
                <a:spcPts val="0"/>
              </a:spcBef>
              <a:spcAft>
                <a:spcPts val="0"/>
              </a:spcAft>
              <a:buClr>
                <a:srgbClr val="434343"/>
              </a:buClr>
              <a:buSzPts val="1400"/>
              <a:buNone/>
              <a:defRPr>
                <a:solidFill>
                  <a:srgbClr val="434343"/>
                </a:solidFill>
              </a:defRPr>
            </a:lvl4pPr>
            <a:lvl5pPr lvl="4" rtl="0">
              <a:lnSpc>
                <a:spcPct val="100000"/>
              </a:lnSpc>
              <a:spcBef>
                <a:spcPts val="0"/>
              </a:spcBef>
              <a:spcAft>
                <a:spcPts val="0"/>
              </a:spcAft>
              <a:buClr>
                <a:srgbClr val="434343"/>
              </a:buClr>
              <a:buSzPts val="1400"/>
              <a:buNone/>
              <a:defRPr>
                <a:solidFill>
                  <a:srgbClr val="434343"/>
                </a:solidFill>
              </a:defRPr>
            </a:lvl5pPr>
            <a:lvl6pPr lvl="5" rtl="0">
              <a:lnSpc>
                <a:spcPct val="100000"/>
              </a:lnSpc>
              <a:spcBef>
                <a:spcPts val="0"/>
              </a:spcBef>
              <a:spcAft>
                <a:spcPts val="0"/>
              </a:spcAft>
              <a:buClr>
                <a:srgbClr val="434343"/>
              </a:buClr>
              <a:buSzPts val="1400"/>
              <a:buNone/>
              <a:defRPr>
                <a:solidFill>
                  <a:srgbClr val="434343"/>
                </a:solidFill>
              </a:defRPr>
            </a:lvl6pPr>
            <a:lvl7pPr lvl="6" rtl="0">
              <a:lnSpc>
                <a:spcPct val="100000"/>
              </a:lnSpc>
              <a:spcBef>
                <a:spcPts val="0"/>
              </a:spcBef>
              <a:spcAft>
                <a:spcPts val="0"/>
              </a:spcAft>
              <a:buClr>
                <a:srgbClr val="434343"/>
              </a:buClr>
              <a:buSzPts val="1400"/>
              <a:buNone/>
              <a:defRPr>
                <a:solidFill>
                  <a:srgbClr val="434343"/>
                </a:solidFill>
              </a:defRPr>
            </a:lvl7pPr>
            <a:lvl8pPr lvl="7" rtl="0">
              <a:lnSpc>
                <a:spcPct val="100000"/>
              </a:lnSpc>
              <a:spcBef>
                <a:spcPts val="0"/>
              </a:spcBef>
              <a:spcAft>
                <a:spcPts val="0"/>
              </a:spcAft>
              <a:buClr>
                <a:srgbClr val="434343"/>
              </a:buClr>
              <a:buSzPts val="1400"/>
              <a:buNone/>
              <a:defRPr>
                <a:solidFill>
                  <a:srgbClr val="434343"/>
                </a:solidFill>
              </a:defRPr>
            </a:lvl8pPr>
            <a:lvl9pPr lvl="8" rtl="0">
              <a:lnSpc>
                <a:spcPct val="100000"/>
              </a:lnSpc>
              <a:spcBef>
                <a:spcPts val="0"/>
              </a:spcBef>
              <a:spcAft>
                <a:spcPts val="0"/>
              </a:spcAft>
              <a:buClr>
                <a:srgbClr val="434343"/>
              </a:buClr>
              <a:buSzPts val="1400"/>
              <a:buNone/>
              <a:defRPr>
                <a:solidFill>
                  <a:srgbClr val="434343"/>
                </a:solidFill>
              </a:defRPr>
            </a:lvl9pPr>
          </a:lstStyle>
          <a:p>
            <a:endParaRPr/>
          </a:p>
        </p:txBody>
      </p:sp>
      <p:sp>
        <p:nvSpPr>
          <p:cNvPr id="293" name="Google Shape;293;p20"/>
          <p:cNvSpPr txBox="1">
            <a:spLocks noGrp="1"/>
          </p:cNvSpPr>
          <p:nvPr>
            <p:ph type="title" idx="2" hasCustomPrompt="1"/>
          </p:nvPr>
        </p:nvSpPr>
        <p:spPr>
          <a:xfrm>
            <a:off x="3900975" y="685907"/>
            <a:ext cx="983700" cy="86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a:lvl1pPr>
            <a:lvl2pPr lvl="1"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2pPr>
            <a:lvl3pPr lvl="2"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3pPr>
            <a:lvl4pPr lvl="3"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4pPr>
            <a:lvl5pPr lvl="4"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5pPr>
            <a:lvl6pPr lvl="5"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6pPr>
            <a:lvl7pPr lvl="6"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7pPr>
            <a:lvl8pPr lvl="7"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8pPr>
            <a:lvl9pPr lvl="8"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9pPr>
          </a:lstStyle>
          <a:p>
            <a:r>
              <a:t>xx%</a:t>
            </a:r>
          </a:p>
        </p:txBody>
      </p:sp>
      <p:sp>
        <p:nvSpPr>
          <p:cNvPr id="294" name="Google Shape;294;p20"/>
          <p:cNvSpPr txBox="1">
            <a:spLocks noGrp="1"/>
          </p:cNvSpPr>
          <p:nvPr>
            <p:ph type="ctrTitle" idx="3"/>
          </p:nvPr>
        </p:nvSpPr>
        <p:spPr>
          <a:xfrm>
            <a:off x="4884822" y="1702321"/>
            <a:ext cx="3489000" cy="3675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a:solidFill>
                  <a:schemeClr val="dk1"/>
                </a:solidFill>
              </a:defRPr>
            </a:lvl1pPr>
            <a:lvl2pPr lvl="1" rtl="0">
              <a:spcBef>
                <a:spcPts val="0"/>
              </a:spcBef>
              <a:spcAft>
                <a:spcPts val="0"/>
              </a:spcAft>
              <a:buSzPts val="2000"/>
              <a:buFont typeface="Denk One"/>
              <a:buNone/>
              <a:defRPr sz="2000">
                <a:latin typeface="Denk One"/>
                <a:ea typeface="Denk One"/>
                <a:cs typeface="Denk One"/>
                <a:sym typeface="Denk One"/>
              </a:defRPr>
            </a:lvl2pPr>
            <a:lvl3pPr lvl="2" rtl="0">
              <a:spcBef>
                <a:spcPts val="0"/>
              </a:spcBef>
              <a:spcAft>
                <a:spcPts val="0"/>
              </a:spcAft>
              <a:buSzPts val="2000"/>
              <a:buFont typeface="Denk One"/>
              <a:buNone/>
              <a:defRPr sz="2000">
                <a:latin typeface="Denk One"/>
                <a:ea typeface="Denk One"/>
                <a:cs typeface="Denk One"/>
                <a:sym typeface="Denk One"/>
              </a:defRPr>
            </a:lvl3pPr>
            <a:lvl4pPr lvl="3" rtl="0">
              <a:spcBef>
                <a:spcPts val="0"/>
              </a:spcBef>
              <a:spcAft>
                <a:spcPts val="0"/>
              </a:spcAft>
              <a:buSzPts val="2000"/>
              <a:buFont typeface="Denk One"/>
              <a:buNone/>
              <a:defRPr sz="2000">
                <a:latin typeface="Denk One"/>
                <a:ea typeface="Denk One"/>
                <a:cs typeface="Denk One"/>
                <a:sym typeface="Denk One"/>
              </a:defRPr>
            </a:lvl4pPr>
            <a:lvl5pPr lvl="4" rtl="0">
              <a:spcBef>
                <a:spcPts val="0"/>
              </a:spcBef>
              <a:spcAft>
                <a:spcPts val="0"/>
              </a:spcAft>
              <a:buSzPts val="2000"/>
              <a:buFont typeface="Denk One"/>
              <a:buNone/>
              <a:defRPr sz="2000">
                <a:latin typeface="Denk One"/>
                <a:ea typeface="Denk One"/>
                <a:cs typeface="Denk One"/>
                <a:sym typeface="Denk One"/>
              </a:defRPr>
            </a:lvl5pPr>
            <a:lvl6pPr lvl="5" rtl="0">
              <a:spcBef>
                <a:spcPts val="0"/>
              </a:spcBef>
              <a:spcAft>
                <a:spcPts val="0"/>
              </a:spcAft>
              <a:buSzPts val="2000"/>
              <a:buFont typeface="Denk One"/>
              <a:buNone/>
              <a:defRPr sz="2000">
                <a:latin typeface="Denk One"/>
                <a:ea typeface="Denk One"/>
                <a:cs typeface="Denk One"/>
                <a:sym typeface="Denk One"/>
              </a:defRPr>
            </a:lvl6pPr>
            <a:lvl7pPr lvl="6" rtl="0">
              <a:spcBef>
                <a:spcPts val="0"/>
              </a:spcBef>
              <a:spcAft>
                <a:spcPts val="0"/>
              </a:spcAft>
              <a:buSzPts val="2000"/>
              <a:buFont typeface="Denk One"/>
              <a:buNone/>
              <a:defRPr sz="2000">
                <a:latin typeface="Denk One"/>
                <a:ea typeface="Denk One"/>
                <a:cs typeface="Denk One"/>
                <a:sym typeface="Denk One"/>
              </a:defRPr>
            </a:lvl7pPr>
            <a:lvl8pPr lvl="7" rtl="0">
              <a:spcBef>
                <a:spcPts val="0"/>
              </a:spcBef>
              <a:spcAft>
                <a:spcPts val="0"/>
              </a:spcAft>
              <a:buSzPts val="2000"/>
              <a:buFont typeface="Denk One"/>
              <a:buNone/>
              <a:defRPr sz="2000">
                <a:latin typeface="Denk One"/>
                <a:ea typeface="Denk One"/>
                <a:cs typeface="Denk One"/>
                <a:sym typeface="Denk One"/>
              </a:defRPr>
            </a:lvl8pPr>
            <a:lvl9pPr lvl="8" rtl="0">
              <a:spcBef>
                <a:spcPts val="0"/>
              </a:spcBef>
              <a:spcAft>
                <a:spcPts val="0"/>
              </a:spcAft>
              <a:buSzPts val="2000"/>
              <a:buFont typeface="Denk One"/>
              <a:buNone/>
              <a:defRPr sz="2000">
                <a:latin typeface="Denk One"/>
                <a:ea typeface="Denk One"/>
                <a:cs typeface="Denk One"/>
                <a:sym typeface="Denk One"/>
              </a:defRPr>
            </a:lvl9pPr>
          </a:lstStyle>
          <a:p>
            <a:endParaRPr/>
          </a:p>
        </p:txBody>
      </p:sp>
      <p:sp>
        <p:nvSpPr>
          <p:cNvPr id="295" name="Google Shape;295;p20"/>
          <p:cNvSpPr txBox="1">
            <a:spLocks noGrp="1"/>
          </p:cNvSpPr>
          <p:nvPr>
            <p:ph type="subTitle" idx="4"/>
          </p:nvPr>
        </p:nvSpPr>
        <p:spPr>
          <a:xfrm>
            <a:off x="4884825" y="2072152"/>
            <a:ext cx="3386700" cy="49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434343"/>
              </a:buClr>
              <a:buSzPts val="1400"/>
              <a:buNone/>
              <a:defRPr>
                <a:solidFill>
                  <a:schemeClr val="dk1"/>
                </a:solidFill>
              </a:defRPr>
            </a:lvl1pPr>
            <a:lvl2pPr lvl="1" rtl="0">
              <a:lnSpc>
                <a:spcPct val="100000"/>
              </a:lnSpc>
              <a:spcBef>
                <a:spcPts val="0"/>
              </a:spcBef>
              <a:spcAft>
                <a:spcPts val="0"/>
              </a:spcAft>
              <a:buClr>
                <a:srgbClr val="434343"/>
              </a:buClr>
              <a:buSzPts val="1400"/>
              <a:buNone/>
              <a:defRPr>
                <a:solidFill>
                  <a:srgbClr val="434343"/>
                </a:solidFill>
              </a:defRPr>
            </a:lvl2pPr>
            <a:lvl3pPr lvl="2" rtl="0">
              <a:lnSpc>
                <a:spcPct val="100000"/>
              </a:lnSpc>
              <a:spcBef>
                <a:spcPts val="0"/>
              </a:spcBef>
              <a:spcAft>
                <a:spcPts val="0"/>
              </a:spcAft>
              <a:buClr>
                <a:srgbClr val="434343"/>
              </a:buClr>
              <a:buSzPts val="1400"/>
              <a:buNone/>
              <a:defRPr>
                <a:solidFill>
                  <a:srgbClr val="434343"/>
                </a:solidFill>
              </a:defRPr>
            </a:lvl3pPr>
            <a:lvl4pPr lvl="3" rtl="0">
              <a:lnSpc>
                <a:spcPct val="100000"/>
              </a:lnSpc>
              <a:spcBef>
                <a:spcPts val="0"/>
              </a:spcBef>
              <a:spcAft>
                <a:spcPts val="0"/>
              </a:spcAft>
              <a:buClr>
                <a:srgbClr val="434343"/>
              </a:buClr>
              <a:buSzPts val="1400"/>
              <a:buNone/>
              <a:defRPr>
                <a:solidFill>
                  <a:srgbClr val="434343"/>
                </a:solidFill>
              </a:defRPr>
            </a:lvl4pPr>
            <a:lvl5pPr lvl="4" rtl="0">
              <a:lnSpc>
                <a:spcPct val="100000"/>
              </a:lnSpc>
              <a:spcBef>
                <a:spcPts val="0"/>
              </a:spcBef>
              <a:spcAft>
                <a:spcPts val="0"/>
              </a:spcAft>
              <a:buClr>
                <a:srgbClr val="434343"/>
              </a:buClr>
              <a:buSzPts val="1400"/>
              <a:buNone/>
              <a:defRPr>
                <a:solidFill>
                  <a:srgbClr val="434343"/>
                </a:solidFill>
              </a:defRPr>
            </a:lvl5pPr>
            <a:lvl6pPr lvl="5" rtl="0">
              <a:lnSpc>
                <a:spcPct val="100000"/>
              </a:lnSpc>
              <a:spcBef>
                <a:spcPts val="0"/>
              </a:spcBef>
              <a:spcAft>
                <a:spcPts val="0"/>
              </a:spcAft>
              <a:buClr>
                <a:srgbClr val="434343"/>
              </a:buClr>
              <a:buSzPts val="1400"/>
              <a:buNone/>
              <a:defRPr>
                <a:solidFill>
                  <a:srgbClr val="434343"/>
                </a:solidFill>
              </a:defRPr>
            </a:lvl6pPr>
            <a:lvl7pPr lvl="6" rtl="0">
              <a:lnSpc>
                <a:spcPct val="100000"/>
              </a:lnSpc>
              <a:spcBef>
                <a:spcPts val="0"/>
              </a:spcBef>
              <a:spcAft>
                <a:spcPts val="0"/>
              </a:spcAft>
              <a:buClr>
                <a:srgbClr val="434343"/>
              </a:buClr>
              <a:buSzPts val="1400"/>
              <a:buNone/>
              <a:defRPr>
                <a:solidFill>
                  <a:srgbClr val="434343"/>
                </a:solidFill>
              </a:defRPr>
            </a:lvl7pPr>
            <a:lvl8pPr lvl="7" rtl="0">
              <a:lnSpc>
                <a:spcPct val="100000"/>
              </a:lnSpc>
              <a:spcBef>
                <a:spcPts val="0"/>
              </a:spcBef>
              <a:spcAft>
                <a:spcPts val="0"/>
              </a:spcAft>
              <a:buClr>
                <a:srgbClr val="434343"/>
              </a:buClr>
              <a:buSzPts val="1400"/>
              <a:buNone/>
              <a:defRPr>
                <a:solidFill>
                  <a:srgbClr val="434343"/>
                </a:solidFill>
              </a:defRPr>
            </a:lvl8pPr>
            <a:lvl9pPr lvl="8" rtl="0">
              <a:lnSpc>
                <a:spcPct val="100000"/>
              </a:lnSpc>
              <a:spcBef>
                <a:spcPts val="0"/>
              </a:spcBef>
              <a:spcAft>
                <a:spcPts val="0"/>
              </a:spcAft>
              <a:buClr>
                <a:srgbClr val="434343"/>
              </a:buClr>
              <a:buSzPts val="1400"/>
              <a:buNone/>
              <a:defRPr>
                <a:solidFill>
                  <a:srgbClr val="434343"/>
                </a:solidFill>
              </a:defRPr>
            </a:lvl9pPr>
          </a:lstStyle>
          <a:p>
            <a:endParaRPr/>
          </a:p>
        </p:txBody>
      </p:sp>
      <p:sp>
        <p:nvSpPr>
          <p:cNvPr id="296" name="Google Shape;296;p20"/>
          <p:cNvSpPr txBox="1">
            <a:spLocks noGrp="1"/>
          </p:cNvSpPr>
          <p:nvPr>
            <p:ph type="title" idx="5" hasCustomPrompt="1"/>
          </p:nvPr>
        </p:nvSpPr>
        <p:spPr>
          <a:xfrm>
            <a:off x="3900975" y="1703097"/>
            <a:ext cx="983700" cy="86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a:lvl1pPr>
            <a:lvl2pPr lvl="1"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2pPr>
            <a:lvl3pPr lvl="2"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3pPr>
            <a:lvl4pPr lvl="3"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4pPr>
            <a:lvl5pPr lvl="4"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5pPr>
            <a:lvl6pPr lvl="5"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6pPr>
            <a:lvl7pPr lvl="6"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7pPr>
            <a:lvl8pPr lvl="7"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8pPr>
            <a:lvl9pPr lvl="8"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9pPr>
          </a:lstStyle>
          <a:p>
            <a:r>
              <a:t>xx%</a:t>
            </a:r>
          </a:p>
        </p:txBody>
      </p:sp>
      <p:sp>
        <p:nvSpPr>
          <p:cNvPr id="297" name="Google Shape;297;p20"/>
          <p:cNvSpPr txBox="1">
            <a:spLocks noGrp="1"/>
          </p:cNvSpPr>
          <p:nvPr>
            <p:ph type="ctrTitle" idx="6"/>
          </p:nvPr>
        </p:nvSpPr>
        <p:spPr>
          <a:xfrm>
            <a:off x="4884800" y="2716750"/>
            <a:ext cx="3489000" cy="3675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a:solidFill>
                  <a:schemeClr val="dk1"/>
                </a:solidFill>
              </a:defRPr>
            </a:lvl1pPr>
            <a:lvl2pPr lvl="1" rtl="0">
              <a:spcBef>
                <a:spcPts val="0"/>
              </a:spcBef>
              <a:spcAft>
                <a:spcPts val="0"/>
              </a:spcAft>
              <a:buSzPts val="2000"/>
              <a:buFont typeface="Denk One"/>
              <a:buNone/>
              <a:defRPr sz="2000">
                <a:latin typeface="Denk One"/>
                <a:ea typeface="Denk One"/>
                <a:cs typeface="Denk One"/>
                <a:sym typeface="Denk One"/>
              </a:defRPr>
            </a:lvl2pPr>
            <a:lvl3pPr lvl="2" rtl="0">
              <a:spcBef>
                <a:spcPts val="0"/>
              </a:spcBef>
              <a:spcAft>
                <a:spcPts val="0"/>
              </a:spcAft>
              <a:buSzPts val="2000"/>
              <a:buFont typeface="Denk One"/>
              <a:buNone/>
              <a:defRPr sz="2000">
                <a:latin typeface="Denk One"/>
                <a:ea typeface="Denk One"/>
                <a:cs typeface="Denk One"/>
                <a:sym typeface="Denk One"/>
              </a:defRPr>
            </a:lvl3pPr>
            <a:lvl4pPr lvl="3" rtl="0">
              <a:spcBef>
                <a:spcPts val="0"/>
              </a:spcBef>
              <a:spcAft>
                <a:spcPts val="0"/>
              </a:spcAft>
              <a:buSzPts val="2000"/>
              <a:buFont typeface="Denk One"/>
              <a:buNone/>
              <a:defRPr sz="2000">
                <a:latin typeface="Denk One"/>
                <a:ea typeface="Denk One"/>
                <a:cs typeface="Denk One"/>
                <a:sym typeface="Denk One"/>
              </a:defRPr>
            </a:lvl4pPr>
            <a:lvl5pPr lvl="4" rtl="0">
              <a:spcBef>
                <a:spcPts val="0"/>
              </a:spcBef>
              <a:spcAft>
                <a:spcPts val="0"/>
              </a:spcAft>
              <a:buSzPts val="2000"/>
              <a:buFont typeface="Denk One"/>
              <a:buNone/>
              <a:defRPr sz="2000">
                <a:latin typeface="Denk One"/>
                <a:ea typeface="Denk One"/>
                <a:cs typeface="Denk One"/>
                <a:sym typeface="Denk One"/>
              </a:defRPr>
            </a:lvl5pPr>
            <a:lvl6pPr lvl="5" rtl="0">
              <a:spcBef>
                <a:spcPts val="0"/>
              </a:spcBef>
              <a:spcAft>
                <a:spcPts val="0"/>
              </a:spcAft>
              <a:buSzPts val="2000"/>
              <a:buFont typeface="Denk One"/>
              <a:buNone/>
              <a:defRPr sz="2000">
                <a:latin typeface="Denk One"/>
                <a:ea typeface="Denk One"/>
                <a:cs typeface="Denk One"/>
                <a:sym typeface="Denk One"/>
              </a:defRPr>
            </a:lvl6pPr>
            <a:lvl7pPr lvl="6" rtl="0">
              <a:spcBef>
                <a:spcPts val="0"/>
              </a:spcBef>
              <a:spcAft>
                <a:spcPts val="0"/>
              </a:spcAft>
              <a:buSzPts val="2000"/>
              <a:buFont typeface="Denk One"/>
              <a:buNone/>
              <a:defRPr sz="2000">
                <a:latin typeface="Denk One"/>
                <a:ea typeface="Denk One"/>
                <a:cs typeface="Denk One"/>
                <a:sym typeface="Denk One"/>
              </a:defRPr>
            </a:lvl7pPr>
            <a:lvl8pPr lvl="7" rtl="0">
              <a:spcBef>
                <a:spcPts val="0"/>
              </a:spcBef>
              <a:spcAft>
                <a:spcPts val="0"/>
              </a:spcAft>
              <a:buSzPts val="2000"/>
              <a:buFont typeface="Denk One"/>
              <a:buNone/>
              <a:defRPr sz="2000">
                <a:latin typeface="Denk One"/>
                <a:ea typeface="Denk One"/>
                <a:cs typeface="Denk One"/>
                <a:sym typeface="Denk One"/>
              </a:defRPr>
            </a:lvl8pPr>
            <a:lvl9pPr lvl="8" rtl="0">
              <a:spcBef>
                <a:spcPts val="0"/>
              </a:spcBef>
              <a:spcAft>
                <a:spcPts val="0"/>
              </a:spcAft>
              <a:buSzPts val="2000"/>
              <a:buFont typeface="Denk One"/>
              <a:buNone/>
              <a:defRPr sz="2000">
                <a:latin typeface="Denk One"/>
                <a:ea typeface="Denk One"/>
                <a:cs typeface="Denk One"/>
                <a:sym typeface="Denk One"/>
              </a:defRPr>
            </a:lvl9pPr>
          </a:lstStyle>
          <a:p>
            <a:endParaRPr/>
          </a:p>
        </p:txBody>
      </p:sp>
      <p:sp>
        <p:nvSpPr>
          <p:cNvPr id="298" name="Google Shape;298;p20"/>
          <p:cNvSpPr txBox="1">
            <a:spLocks noGrp="1"/>
          </p:cNvSpPr>
          <p:nvPr>
            <p:ph type="subTitle" idx="7"/>
          </p:nvPr>
        </p:nvSpPr>
        <p:spPr>
          <a:xfrm>
            <a:off x="4884806" y="3082546"/>
            <a:ext cx="3387000" cy="49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434343"/>
              </a:buClr>
              <a:buSzPts val="1400"/>
              <a:buNone/>
              <a:defRPr>
                <a:solidFill>
                  <a:schemeClr val="dk1"/>
                </a:solidFill>
              </a:defRPr>
            </a:lvl1pPr>
            <a:lvl2pPr lvl="1" rtl="0">
              <a:lnSpc>
                <a:spcPct val="100000"/>
              </a:lnSpc>
              <a:spcBef>
                <a:spcPts val="0"/>
              </a:spcBef>
              <a:spcAft>
                <a:spcPts val="0"/>
              </a:spcAft>
              <a:buClr>
                <a:srgbClr val="434343"/>
              </a:buClr>
              <a:buSzPts val="1400"/>
              <a:buNone/>
              <a:defRPr>
                <a:solidFill>
                  <a:srgbClr val="434343"/>
                </a:solidFill>
              </a:defRPr>
            </a:lvl2pPr>
            <a:lvl3pPr lvl="2" rtl="0">
              <a:lnSpc>
                <a:spcPct val="100000"/>
              </a:lnSpc>
              <a:spcBef>
                <a:spcPts val="0"/>
              </a:spcBef>
              <a:spcAft>
                <a:spcPts val="0"/>
              </a:spcAft>
              <a:buClr>
                <a:srgbClr val="434343"/>
              </a:buClr>
              <a:buSzPts val="1400"/>
              <a:buNone/>
              <a:defRPr>
                <a:solidFill>
                  <a:srgbClr val="434343"/>
                </a:solidFill>
              </a:defRPr>
            </a:lvl3pPr>
            <a:lvl4pPr lvl="3" rtl="0">
              <a:lnSpc>
                <a:spcPct val="100000"/>
              </a:lnSpc>
              <a:spcBef>
                <a:spcPts val="0"/>
              </a:spcBef>
              <a:spcAft>
                <a:spcPts val="0"/>
              </a:spcAft>
              <a:buClr>
                <a:srgbClr val="434343"/>
              </a:buClr>
              <a:buSzPts val="1400"/>
              <a:buNone/>
              <a:defRPr>
                <a:solidFill>
                  <a:srgbClr val="434343"/>
                </a:solidFill>
              </a:defRPr>
            </a:lvl4pPr>
            <a:lvl5pPr lvl="4" rtl="0">
              <a:lnSpc>
                <a:spcPct val="100000"/>
              </a:lnSpc>
              <a:spcBef>
                <a:spcPts val="0"/>
              </a:spcBef>
              <a:spcAft>
                <a:spcPts val="0"/>
              </a:spcAft>
              <a:buClr>
                <a:srgbClr val="434343"/>
              </a:buClr>
              <a:buSzPts val="1400"/>
              <a:buNone/>
              <a:defRPr>
                <a:solidFill>
                  <a:srgbClr val="434343"/>
                </a:solidFill>
              </a:defRPr>
            </a:lvl5pPr>
            <a:lvl6pPr lvl="5" rtl="0">
              <a:lnSpc>
                <a:spcPct val="100000"/>
              </a:lnSpc>
              <a:spcBef>
                <a:spcPts val="0"/>
              </a:spcBef>
              <a:spcAft>
                <a:spcPts val="0"/>
              </a:spcAft>
              <a:buClr>
                <a:srgbClr val="434343"/>
              </a:buClr>
              <a:buSzPts val="1400"/>
              <a:buNone/>
              <a:defRPr>
                <a:solidFill>
                  <a:srgbClr val="434343"/>
                </a:solidFill>
              </a:defRPr>
            </a:lvl6pPr>
            <a:lvl7pPr lvl="6" rtl="0">
              <a:lnSpc>
                <a:spcPct val="100000"/>
              </a:lnSpc>
              <a:spcBef>
                <a:spcPts val="0"/>
              </a:spcBef>
              <a:spcAft>
                <a:spcPts val="0"/>
              </a:spcAft>
              <a:buClr>
                <a:srgbClr val="434343"/>
              </a:buClr>
              <a:buSzPts val="1400"/>
              <a:buNone/>
              <a:defRPr>
                <a:solidFill>
                  <a:srgbClr val="434343"/>
                </a:solidFill>
              </a:defRPr>
            </a:lvl7pPr>
            <a:lvl8pPr lvl="7" rtl="0">
              <a:lnSpc>
                <a:spcPct val="100000"/>
              </a:lnSpc>
              <a:spcBef>
                <a:spcPts val="0"/>
              </a:spcBef>
              <a:spcAft>
                <a:spcPts val="0"/>
              </a:spcAft>
              <a:buClr>
                <a:srgbClr val="434343"/>
              </a:buClr>
              <a:buSzPts val="1400"/>
              <a:buNone/>
              <a:defRPr>
                <a:solidFill>
                  <a:srgbClr val="434343"/>
                </a:solidFill>
              </a:defRPr>
            </a:lvl8pPr>
            <a:lvl9pPr lvl="8" rtl="0">
              <a:lnSpc>
                <a:spcPct val="100000"/>
              </a:lnSpc>
              <a:spcBef>
                <a:spcPts val="0"/>
              </a:spcBef>
              <a:spcAft>
                <a:spcPts val="0"/>
              </a:spcAft>
              <a:buClr>
                <a:srgbClr val="434343"/>
              </a:buClr>
              <a:buSzPts val="1400"/>
              <a:buNone/>
              <a:defRPr>
                <a:solidFill>
                  <a:srgbClr val="434343"/>
                </a:solidFill>
              </a:defRPr>
            </a:lvl9pPr>
          </a:lstStyle>
          <a:p>
            <a:endParaRPr/>
          </a:p>
        </p:txBody>
      </p:sp>
      <p:sp>
        <p:nvSpPr>
          <p:cNvPr id="299" name="Google Shape;299;p20"/>
          <p:cNvSpPr txBox="1">
            <a:spLocks noGrp="1"/>
          </p:cNvSpPr>
          <p:nvPr>
            <p:ph type="title" idx="8" hasCustomPrompt="1"/>
          </p:nvPr>
        </p:nvSpPr>
        <p:spPr>
          <a:xfrm>
            <a:off x="3900975" y="2708167"/>
            <a:ext cx="983700" cy="867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a:lvl1pPr>
            <a:lvl2pPr lvl="1"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2pPr>
            <a:lvl3pPr lvl="2"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3pPr>
            <a:lvl4pPr lvl="3"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4pPr>
            <a:lvl5pPr lvl="4"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5pPr>
            <a:lvl6pPr lvl="5"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6pPr>
            <a:lvl7pPr lvl="6"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7pPr>
            <a:lvl8pPr lvl="7"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8pPr>
            <a:lvl9pPr lvl="8"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9pPr>
          </a:lstStyle>
          <a:p>
            <a:r>
              <a:t>xx%</a:t>
            </a:r>
          </a:p>
        </p:txBody>
      </p:sp>
      <p:sp>
        <p:nvSpPr>
          <p:cNvPr id="300" name="Google Shape;300;p20"/>
          <p:cNvSpPr txBox="1">
            <a:spLocks noGrp="1"/>
          </p:cNvSpPr>
          <p:nvPr>
            <p:ph type="subTitle" idx="9"/>
          </p:nvPr>
        </p:nvSpPr>
        <p:spPr>
          <a:xfrm>
            <a:off x="4884804" y="4105722"/>
            <a:ext cx="3386700" cy="4929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rgbClr val="434343"/>
              </a:buClr>
              <a:buSzPts val="1400"/>
              <a:buNone/>
              <a:defRPr>
                <a:solidFill>
                  <a:schemeClr val="dk1"/>
                </a:solidFill>
              </a:defRPr>
            </a:lvl1pPr>
            <a:lvl2pPr lvl="1" rtl="0">
              <a:lnSpc>
                <a:spcPct val="100000"/>
              </a:lnSpc>
              <a:spcBef>
                <a:spcPts val="0"/>
              </a:spcBef>
              <a:spcAft>
                <a:spcPts val="0"/>
              </a:spcAft>
              <a:buClr>
                <a:srgbClr val="434343"/>
              </a:buClr>
              <a:buSzPts val="1400"/>
              <a:buNone/>
              <a:defRPr>
                <a:solidFill>
                  <a:srgbClr val="434343"/>
                </a:solidFill>
              </a:defRPr>
            </a:lvl2pPr>
            <a:lvl3pPr lvl="2" rtl="0">
              <a:lnSpc>
                <a:spcPct val="100000"/>
              </a:lnSpc>
              <a:spcBef>
                <a:spcPts val="0"/>
              </a:spcBef>
              <a:spcAft>
                <a:spcPts val="0"/>
              </a:spcAft>
              <a:buClr>
                <a:srgbClr val="434343"/>
              </a:buClr>
              <a:buSzPts val="1400"/>
              <a:buNone/>
              <a:defRPr>
                <a:solidFill>
                  <a:srgbClr val="434343"/>
                </a:solidFill>
              </a:defRPr>
            </a:lvl3pPr>
            <a:lvl4pPr lvl="3" rtl="0">
              <a:lnSpc>
                <a:spcPct val="100000"/>
              </a:lnSpc>
              <a:spcBef>
                <a:spcPts val="0"/>
              </a:spcBef>
              <a:spcAft>
                <a:spcPts val="0"/>
              </a:spcAft>
              <a:buClr>
                <a:srgbClr val="434343"/>
              </a:buClr>
              <a:buSzPts val="1400"/>
              <a:buNone/>
              <a:defRPr>
                <a:solidFill>
                  <a:srgbClr val="434343"/>
                </a:solidFill>
              </a:defRPr>
            </a:lvl4pPr>
            <a:lvl5pPr lvl="4" rtl="0">
              <a:lnSpc>
                <a:spcPct val="100000"/>
              </a:lnSpc>
              <a:spcBef>
                <a:spcPts val="0"/>
              </a:spcBef>
              <a:spcAft>
                <a:spcPts val="0"/>
              </a:spcAft>
              <a:buClr>
                <a:srgbClr val="434343"/>
              </a:buClr>
              <a:buSzPts val="1400"/>
              <a:buNone/>
              <a:defRPr>
                <a:solidFill>
                  <a:srgbClr val="434343"/>
                </a:solidFill>
              </a:defRPr>
            </a:lvl5pPr>
            <a:lvl6pPr lvl="5" rtl="0">
              <a:lnSpc>
                <a:spcPct val="100000"/>
              </a:lnSpc>
              <a:spcBef>
                <a:spcPts val="0"/>
              </a:spcBef>
              <a:spcAft>
                <a:spcPts val="0"/>
              </a:spcAft>
              <a:buClr>
                <a:srgbClr val="434343"/>
              </a:buClr>
              <a:buSzPts val="1400"/>
              <a:buNone/>
              <a:defRPr>
                <a:solidFill>
                  <a:srgbClr val="434343"/>
                </a:solidFill>
              </a:defRPr>
            </a:lvl6pPr>
            <a:lvl7pPr lvl="6" rtl="0">
              <a:lnSpc>
                <a:spcPct val="100000"/>
              </a:lnSpc>
              <a:spcBef>
                <a:spcPts val="0"/>
              </a:spcBef>
              <a:spcAft>
                <a:spcPts val="0"/>
              </a:spcAft>
              <a:buClr>
                <a:srgbClr val="434343"/>
              </a:buClr>
              <a:buSzPts val="1400"/>
              <a:buNone/>
              <a:defRPr>
                <a:solidFill>
                  <a:srgbClr val="434343"/>
                </a:solidFill>
              </a:defRPr>
            </a:lvl7pPr>
            <a:lvl8pPr lvl="7" rtl="0">
              <a:lnSpc>
                <a:spcPct val="100000"/>
              </a:lnSpc>
              <a:spcBef>
                <a:spcPts val="0"/>
              </a:spcBef>
              <a:spcAft>
                <a:spcPts val="0"/>
              </a:spcAft>
              <a:buClr>
                <a:srgbClr val="434343"/>
              </a:buClr>
              <a:buSzPts val="1400"/>
              <a:buNone/>
              <a:defRPr>
                <a:solidFill>
                  <a:srgbClr val="434343"/>
                </a:solidFill>
              </a:defRPr>
            </a:lvl8pPr>
            <a:lvl9pPr lvl="8" rtl="0">
              <a:lnSpc>
                <a:spcPct val="100000"/>
              </a:lnSpc>
              <a:spcBef>
                <a:spcPts val="0"/>
              </a:spcBef>
              <a:spcAft>
                <a:spcPts val="0"/>
              </a:spcAft>
              <a:buClr>
                <a:srgbClr val="434343"/>
              </a:buClr>
              <a:buSzPts val="1400"/>
              <a:buNone/>
              <a:defRPr>
                <a:solidFill>
                  <a:srgbClr val="434343"/>
                </a:solidFill>
              </a:defRPr>
            </a:lvl9pPr>
          </a:lstStyle>
          <a:p>
            <a:endParaRPr/>
          </a:p>
        </p:txBody>
      </p:sp>
      <p:sp>
        <p:nvSpPr>
          <p:cNvPr id="301" name="Google Shape;301;p20"/>
          <p:cNvSpPr txBox="1">
            <a:spLocks noGrp="1"/>
          </p:cNvSpPr>
          <p:nvPr>
            <p:ph type="title" idx="13" hasCustomPrompt="1"/>
          </p:nvPr>
        </p:nvSpPr>
        <p:spPr>
          <a:xfrm>
            <a:off x="3900975" y="3731625"/>
            <a:ext cx="983400" cy="8670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3600"/>
              <a:buNone/>
              <a:defRPr/>
            </a:lvl1pPr>
            <a:lvl2pPr lvl="1"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2pPr>
            <a:lvl3pPr lvl="2"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3pPr>
            <a:lvl4pPr lvl="3"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4pPr>
            <a:lvl5pPr lvl="4"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5pPr>
            <a:lvl6pPr lvl="5"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6pPr>
            <a:lvl7pPr lvl="6"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7pPr>
            <a:lvl8pPr lvl="7"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8pPr>
            <a:lvl9pPr lvl="8" algn="r" rtl="0">
              <a:spcBef>
                <a:spcPts val="0"/>
              </a:spcBef>
              <a:spcAft>
                <a:spcPts val="0"/>
              </a:spcAft>
              <a:buSzPts val="3600"/>
              <a:buFont typeface="Fira Sans Extra Condensed"/>
              <a:buNone/>
              <a:defRPr sz="3600" b="0">
                <a:latin typeface="Fira Sans Extra Condensed"/>
                <a:ea typeface="Fira Sans Extra Condensed"/>
                <a:cs typeface="Fira Sans Extra Condensed"/>
                <a:sym typeface="Fira Sans Extra Condensed"/>
              </a:defRPr>
            </a:lvl9pPr>
          </a:lstStyle>
          <a:p>
            <a:r>
              <a:t>xx%</a:t>
            </a:r>
          </a:p>
        </p:txBody>
      </p:sp>
      <p:sp>
        <p:nvSpPr>
          <p:cNvPr id="302" name="Google Shape;302;p20"/>
          <p:cNvSpPr txBox="1">
            <a:spLocks noGrp="1"/>
          </p:cNvSpPr>
          <p:nvPr>
            <p:ph type="ctrTitle" idx="14"/>
          </p:nvPr>
        </p:nvSpPr>
        <p:spPr>
          <a:xfrm>
            <a:off x="4884800" y="3737199"/>
            <a:ext cx="3488700" cy="3675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000"/>
              <a:buNone/>
              <a:defRPr sz="1800">
                <a:solidFill>
                  <a:schemeClr val="dk1"/>
                </a:solidFill>
              </a:defRPr>
            </a:lvl1pPr>
            <a:lvl2pPr lvl="1" rtl="0">
              <a:spcBef>
                <a:spcPts val="0"/>
              </a:spcBef>
              <a:spcAft>
                <a:spcPts val="0"/>
              </a:spcAft>
              <a:buSzPts val="2000"/>
              <a:buFont typeface="Denk One"/>
              <a:buNone/>
              <a:defRPr sz="2000">
                <a:latin typeface="Denk One"/>
                <a:ea typeface="Denk One"/>
                <a:cs typeface="Denk One"/>
                <a:sym typeface="Denk One"/>
              </a:defRPr>
            </a:lvl2pPr>
            <a:lvl3pPr lvl="2" rtl="0">
              <a:spcBef>
                <a:spcPts val="0"/>
              </a:spcBef>
              <a:spcAft>
                <a:spcPts val="0"/>
              </a:spcAft>
              <a:buSzPts val="2000"/>
              <a:buFont typeface="Denk One"/>
              <a:buNone/>
              <a:defRPr sz="2000">
                <a:latin typeface="Denk One"/>
                <a:ea typeface="Denk One"/>
                <a:cs typeface="Denk One"/>
                <a:sym typeface="Denk One"/>
              </a:defRPr>
            </a:lvl3pPr>
            <a:lvl4pPr lvl="3" rtl="0">
              <a:spcBef>
                <a:spcPts val="0"/>
              </a:spcBef>
              <a:spcAft>
                <a:spcPts val="0"/>
              </a:spcAft>
              <a:buSzPts val="2000"/>
              <a:buFont typeface="Denk One"/>
              <a:buNone/>
              <a:defRPr sz="2000">
                <a:latin typeface="Denk One"/>
                <a:ea typeface="Denk One"/>
                <a:cs typeface="Denk One"/>
                <a:sym typeface="Denk One"/>
              </a:defRPr>
            </a:lvl4pPr>
            <a:lvl5pPr lvl="4" rtl="0">
              <a:spcBef>
                <a:spcPts val="0"/>
              </a:spcBef>
              <a:spcAft>
                <a:spcPts val="0"/>
              </a:spcAft>
              <a:buSzPts val="2000"/>
              <a:buFont typeface="Denk One"/>
              <a:buNone/>
              <a:defRPr sz="2000">
                <a:latin typeface="Denk One"/>
                <a:ea typeface="Denk One"/>
                <a:cs typeface="Denk One"/>
                <a:sym typeface="Denk One"/>
              </a:defRPr>
            </a:lvl5pPr>
            <a:lvl6pPr lvl="5" rtl="0">
              <a:spcBef>
                <a:spcPts val="0"/>
              </a:spcBef>
              <a:spcAft>
                <a:spcPts val="0"/>
              </a:spcAft>
              <a:buSzPts val="2000"/>
              <a:buFont typeface="Denk One"/>
              <a:buNone/>
              <a:defRPr sz="2000">
                <a:latin typeface="Denk One"/>
                <a:ea typeface="Denk One"/>
                <a:cs typeface="Denk One"/>
                <a:sym typeface="Denk One"/>
              </a:defRPr>
            </a:lvl6pPr>
            <a:lvl7pPr lvl="6" rtl="0">
              <a:spcBef>
                <a:spcPts val="0"/>
              </a:spcBef>
              <a:spcAft>
                <a:spcPts val="0"/>
              </a:spcAft>
              <a:buSzPts val="2000"/>
              <a:buFont typeface="Denk One"/>
              <a:buNone/>
              <a:defRPr sz="2000">
                <a:latin typeface="Denk One"/>
                <a:ea typeface="Denk One"/>
                <a:cs typeface="Denk One"/>
                <a:sym typeface="Denk One"/>
              </a:defRPr>
            </a:lvl7pPr>
            <a:lvl8pPr lvl="7" rtl="0">
              <a:spcBef>
                <a:spcPts val="0"/>
              </a:spcBef>
              <a:spcAft>
                <a:spcPts val="0"/>
              </a:spcAft>
              <a:buSzPts val="2000"/>
              <a:buFont typeface="Denk One"/>
              <a:buNone/>
              <a:defRPr sz="2000">
                <a:latin typeface="Denk One"/>
                <a:ea typeface="Denk One"/>
                <a:cs typeface="Denk One"/>
                <a:sym typeface="Denk One"/>
              </a:defRPr>
            </a:lvl8pPr>
            <a:lvl9pPr lvl="8" rtl="0">
              <a:spcBef>
                <a:spcPts val="0"/>
              </a:spcBef>
              <a:spcAft>
                <a:spcPts val="0"/>
              </a:spcAft>
              <a:buSzPts val="2000"/>
              <a:buFont typeface="Denk One"/>
              <a:buNone/>
              <a:defRPr sz="2000">
                <a:latin typeface="Denk One"/>
                <a:ea typeface="Denk One"/>
                <a:cs typeface="Denk One"/>
                <a:sym typeface="Denk One"/>
              </a:defRPr>
            </a:lvl9pPr>
          </a:lstStyle>
          <a:p>
            <a:endParaRPr/>
          </a:p>
        </p:txBody>
      </p:sp>
      <p:sp>
        <p:nvSpPr>
          <p:cNvPr id="303" name="Google Shape;303;p20"/>
          <p:cNvSpPr txBox="1">
            <a:spLocks noGrp="1"/>
          </p:cNvSpPr>
          <p:nvPr>
            <p:ph type="title" idx="15"/>
          </p:nvPr>
        </p:nvSpPr>
        <p:spPr>
          <a:xfrm>
            <a:off x="822750" y="2035128"/>
            <a:ext cx="2835900" cy="10596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200">
                <a:solidFill>
                  <a:schemeClr val="dk1"/>
                </a:solidFill>
              </a:defRPr>
            </a:lvl1pPr>
            <a:lvl2pPr lvl="1" rtl="0">
              <a:spcBef>
                <a:spcPts val="0"/>
              </a:spcBef>
              <a:spcAft>
                <a:spcPts val="0"/>
              </a:spcAft>
              <a:buSzPts val="3600"/>
              <a:buFont typeface="Denk One"/>
              <a:buNone/>
              <a:defRPr sz="3600">
                <a:latin typeface="Denk One"/>
                <a:ea typeface="Denk One"/>
                <a:cs typeface="Denk One"/>
                <a:sym typeface="Denk One"/>
              </a:defRPr>
            </a:lvl2pPr>
            <a:lvl3pPr lvl="2" rtl="0">
              <a:spcBef>
                <a:spcPts val="0"/>
              </a:spcBef>
              <a:spcAft>
                <a:spcPts val="0"/>
              </a:spcAft>
              <a:buSzPts val="3600"/>
              <a:buFont typeface="Denk One"/>
              <a:buNone/>
              <a:defRPr sz="3600">
                <a:latin typeface="Denk One"/>
                <a:ea typeface="Denk One"/>
                <a:cs typeface="Denk One"/>
                <a:sym typeface="Denk One"/>
              </a:defRPr>
            </a:lvl3pPr>
            <a:lvl4pPr lvl="3" rtl="0">
              <a:spcBef>
                <a:spcPts val="0"/>
              </a:spcBef>
              <a:spcAft>
                <a:spcPts val="0"/>
              </a:spcAft>
              <a:buSzPts val="3600"/>
              <a:buFont typeface="Denk One"/>
              <a:buNone/>
              <a:defRPr sz="3600">
                <a:latin typeface="Denk One"/>
                <a:ea typeface="Denk One"/>
                <a:cs typeface="Denk One"/>
                <a:sym typeface="Denk One"/>
              </a:defRPr>
            </a:lvl4pPr>
            <a:lvl5pPr lvl="4" rtl="0">
              <a:spcBef>
                <a:spcPts val="0"/>
              </a:spcBef>
              <a:spcAft>
                <a:spcPts val="0"/>
              </a:spcAft>
              <a:buSzPts val="3600"/>
              <a:buFont typeface="Denk One"/>
              <a:buNone/>
              <a:defRPr sz="3600">
                <a:latin typeface="Denk One"/>
                <a:ea typeface="Denk One"/>
                <a:cs typeface="Denk One"/>
                <a:sym typeface="Denk One"/>
              </a:defRPr>
            </a:lvl5pPr>
            <a:lvl6pPr lvl="5" rtl="0">
              <a:spcBef>
                <a:spcPts val="0"/>
              </a:spcBef>
              <a:spcAft>
                <a:spcPts val="0"/>
              </a:spcAft>
              <a:buSzPts val="3600"/>
              <a:buFont typeface="Denk One"/>
              <a:buNone/>
              <a:defRPr sz="3600">
                <a:latin typeface="Denk One"/>
                <a:ea typeface="Denk One"/>
                <a:cs typeface="Denk One"/>
                <a:sym typeface="Denk One"/>
              </a:defRPr>
            </a:lvl6pPr>
            <a:lvl7pPr lvl="6" rtl="0">
              <a:spcBef>
                <a:spcPts val="0"/>
              </a:spcBef>
              <a:spcAft>
                <a:spcPts val="0"/>
              </a:spcAft>
              <a:buSzPts val="3600"/>
              <a:buFont typeface="Denk One"/>
              <a:buNone/>
              <a:defRPr sz="3600">
                <a:latin typeface="Denk One"/>
                <a:ea typeface="Denk One"/>
                <a:cs typeface="Denk One"/>
                <a:sym typeface="Denk One"/>
              </a:defRPr>
            </a:lvl7pPr>
            <a:lvl8pPr lvl="7" rtl="0">
              <a:spcBef>
                <a:spcPts val="0"/>
              </a:spcBef>
              <a:spcAft>
                <a:spcPts val="0"/>
              </a:spcAft>
              <a:buSzPts val="3600"/>
              <a:buFont typeface="Denk One"/>
              <a:buNone/>
              <a:defRPr sz="3600">
                <a:latin typeface="Denk One"/>
                <a:ea typeface="Denk One"/>
                <a:cs typeface="Denk One"/>
                <a:sym typeface="Denk One"/>
              </a:defRPr>
            </a:lvl8pPr>
            <a:lvl9pPr lvl="8" rtl="0">
              <a:spcBef>
                <a:spcPts val="0"/>
              </a:spcBef>
              <a:spcAft>
                <a:spcPts val="0"/>
              </a:spcAft>
              <a:buSzPts val="3600"/>
              <a:buFont typeface="Denk One"/>
              <a:buNone/>
              <a:defRPr sz="3600">
                <a:latin typeface="Denk One"/>
                <a:ea typeface="Denk One"/>
                <a:cs typeface="Denk One"/>
                <a:sym typeface="Denk 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304"/>
        <p:cNvGrpSpPr/>
        <p:nvPr/>
      </p:nvGrpSpPr>
      <p:grpSpPr>
        <a:xfrm>
          <a:off x="0" y="0"/>
          <a:ext cx="0" cy="0"/>
          <a:chOff x="0" y="0"/>
          <a:chExt cx="0" cy="0"/>
        </a:xfrm>
      </p:grpSpPr>
      <p:grpSp>
        <p:nvGrpSpPr>
          <p:cNvPr id="305" name="Google Shape;305;p21"/>
          <p:cNvGrpSpPr/>
          <p:nvPr/>
        </p:nvGrpSpPr>
        <p:grpSpPr>
          <a:xfrm>
            <a:off x="358350" y="702407"/>
            <a:ext cx="8428950" cy="3896700"/>
            <a:chOff x="358350" y="258050"/>
            <a:chExt cx="8428950" cy="3896700"/>
          </a:xfrm>
        </p:grpSpPr>
        <p:sp>
          <p:nvSpPr>
            <p:cNvPr id="306" name="Google Shape;306;p21"/>
            <p:cNvSpPr/>
            <p:nvPr/>
          </p:nvSpPr>
          <p:spPr>
            <a:xfrm>
              <a:off x="358350" y="258050"/>
              <a:ext cx="8427300" cy="38967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1"/>
            <p:cNvSpPr/>
            <p:nvPr/>
          </p:nvSpPr>
          <p:spPr>
            <a:xfrm>
              <a:off x="360000" y="258050"/>
              <a:ext cx="8427300" cy="38967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 name="Google Shape;308;p21"/>
            <p:cNvGrpSpPr/>
            <p:nvPr/>
          </p:nvGrpSpPr>
          <p:grpSpPr>
            <a:xfrm rot="10800000" flipH="1">
              <a:off x="4159199" y="3876195"/>
              <a:ext cx="825589" cy="93999"/>
              <a:chOff x="5718423" y="1594450"/>
              <a:chExt cx="830071" cy="94500"/>
            </a:xfrm>
          </p:grpSpPr>
          <p:sp>
            <p:nvSpPr>
              <p:cNvPr id="309" name="Google Shape;309;p21"/>
              <p:cNvSpPr/>
              <p:nvPr/>
            </p:nvSpPr>
            <p:spPr>
              <a:xfrm>
                <a:off x="5718423"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1"/>
              <p:cNvSpPr/>
              <p:nvPr/>
            </p:nvSpPr>
            <p:spPr>
              <a:xfrm>
                <a:off x="5963614"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1"/>
              <p:cNvSpPr/>
              <p:nvPr/>
            </p:nvSpPr>
            <p:spPr>
              <a:xfrm>
                <a:off x="6208804"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1"/>
              <p:cNvSpPr/>
              <p:nvPr/>
            </p:nvSpPr>
            <p:spPr>
              <a:xfrm>
                <a:off x="6453994"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 name="Google Shape;313;p21"/>
            <p:cNvGrpSpPr/>
            <p:nvPr/>
          </p:nvGrpSpPr>
          <p:grpSpPr>
            <a:xfrm>
              <a:off x="720000" y="407061"/>
              <a:ext cx="7704000" cy="262500"/>
              <a:chOff x="433208" y="393425"/>
              <a:chExt cx="7704000" cy="262500"/>
            </a:xfrm>
          </p:grpSpPr>
          <p:sp>
            <p:nvSpPr>
              <p:cNvPr id="314" name="Google Shape;314;p21"/>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5" name="Google Shape;315;p21"/>
              <p:cNvGrpSpPr/>
              <p:nvPr/>
            </p:nvGrpSpPr>
            <p:grpSpPr>
              <a:xfrm rot="10800000" flipH="1">
                <a:off x="543498" y="483688"/>
                <a:ext cx="429322" cy="93999"/>
                <a:chOff x="5840230" y="744468"/>
                <a:chExt cx="431653" cy="94500"/>
              </a:xfrm>
            </p:grpSpPr>
            <p:sp>
              <p:nvSpPr>
                <p:cNvPr id="316" name="Google Shape;316;p21"/>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1"/>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1"/>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19" name="Google Shape;319;p21"/>
          <p:cNvSpPr txBox="1">
            <a:spLocks noGrp="1"/>
          </p:cNvSpPr>
          <p:nvPr>
            <p:ph type="title"/>
          </p:nvPr>
        </p:nvSpPr>
        <p:spPr>
          <a:xfrm>
            <a:off x="2866621" y="3590050"/>
            <a:ext cx="3414000" cy="29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8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20" name="Google Shape;320;p21"/>
          <p:cNvSpPr txBox="1">
            <a:spLocks noGrp="1"/>
          </p:cNvSpPr>
          <p:nvPr>
            <p:ph type="subTitle" idx="1"/>
          </p:nvPr>
        </p:nvSpPr>
        <p:spPr>
          <a:xfrm>
            <a:off x="1909325" y="1464950"/>
            <a:ext cx="5332200" cy="1989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6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1">
  <p:cSld name="CUSTOM_1_1">
    <p:spTree>
      <p:nvGrpSpPr>
        <p:cNvPr id="1" name="Shape 321"/>
        <p:cNvGrpSpPr/>
        <p:nvPr/>
      </p:nvGrpSpPr>
      <p:grpSpPr>
        <a:xfrm>
          <a:off x="0" y="0"/>
          <a:ext cx="0" cy="0"/>
          <a:chOff x="0" y="0"/>
          <a:chExt cx="0" cy="0"/>
        </a:xfrm>
      </p:grpSpPr>
      <p:grpSp>
        <p:nvGrpSpPr>
          <p:cNvPr id="322" name="Google Shape;322;p22"/>
          <p:cNvGrpSpPr/>
          <p:nvPr/>
        </p:nvGrpSpPr>
        <p:grpSpPr>
          <a:xfrm>
            <a:off x="358350" y="702407"/>
            <a:ext cx="8428950" cy="3896700"/>
            <a:chOff x="358350" y="258050"/>
            <a:chExt cx="8428950" cy="3896700"/>
          </a:xfrm>
        </p:grpSpPr>
        <p:sp>
          <p:nvSpPr>
            <p:cNvPr id="323" name="Google Shape;323;p22"/>
            <p:cNvSpPr/>
            <p:nvPr/>
          </p:nvSpPr>
          <p:spPr>
            <a:xfrm>
              <a:off x="358350" y="258050"/>
              <a:ext cx="8427300" cy="38967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2"/>
            <p:cNvSpPr/>
            <p:nvPr/>
          </p:nvSpPr>
          <p:spPr>
            <a:xfrm>
              <a:off x="360000" y="258050"/>
              <a:ext cx="8427300" cy="38967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5" name="Google Shape;325;p22"/>
            <p:cNvGrpSpPr/>
            <p:nvPr/>
          </p:nvGrpSpPr>
          <p:grpSpPr>
            <a:xfrm rot="10800000" flipH="1">
              <a:off x="4159199" y="3876195"/>
              <a:ext cx="825589" cy="93999"/>
              <a:chOff x="5718423" y="1594450"/>
              <a:chExt cx="830071" cy="94500"/>
            </a:xfrm>
          </p:grpSpPr>
          <p:sp>
            <p:nvSpPr>
              <p:cNvPr id="326" name="Google Shape;326;p22"/>
              <p:cNvSpPr/>
              <p:nvPr/>
            </p:nvSpPr>
            <p:spPr>
              <a:xfrm>
                <a:off x="5718423"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2"/>
              <p:cNvSpPr/>
              <p:nvPr/>
            </p:nvSpPr>
            <p:spPr>
              <a:xfrm>
                <a:off x="5963614"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2"/>
              <p:cNvSpPr/>
              <p:nvPr/>
            </p:nvSpPr>
            <p:spPr>
              <a:xfrm>
                <a:off x="6208804"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2"/>
              <p:cNvSpPr/>
              <p:nvPr/>
            </p:nvSpPr>
            <p:spPr>
              <a:xfrm>
                <a:off x="6453994" y="1594450"/>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330;p22"/>
            <p:cNvGrpSpPr/>
            <p:nvPr/>
          </p:nvGrpSpPr>
          <p:grpSpPr>
            <a:xfrm>
              <a:off x="720000" y="407061"/>
              <a:ext cx="7704000" cy="262500"/>
              <a:chOff x="433208" y="393425"/>
              <a:chExt cx="7704000" cy="262500"/>
            </a:xfrm>
          </p:grpSpPr>
          <p:sp>
            <p:nvSpPr>
              <p:cNvPr id="331" name="Google Shape;331;p22"/>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 name="Google Shape;332;p22"/>
              <p:cNvGrpSpPr/>
              <p:nvPr/>
            </p:nvGrpSpPr>
            <p:grpSpPr>
              <a:xfrm rot="10800000" flipH="1">
                <a:off x="543498" y="483688"/>
                <a:ext cx="429322" cy="93999"/>
                <a:chOff x="5840230" y="744468"/>
                <a:chExt cx="431653" cy="94500"/>
              </a:xfrm>
            </p:grpSpPr>
            <p:sp>
              <p:nvSpPr>
                <p:cNvPr id="333" name="Google Shape;333;p22"/>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2"/>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2"/>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36" name="Google Shape;336;p22"/>
          <p:cNvSpPr txBox="1">
            <a:spLocks noGrp="1"/>
          </p:cNvSpPr>
          <p:nvPr>
            <p:ph type="title"/>
          </p:nvPr>
        </p:nvSpPr>
        <p:spPr>
          <a:xfrm>
            <a:off x="897875" y="3590050"/>
            <a:ext cx="3414000" cy="2940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18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37" name="Google Shape;337;p22"/>
          <p:cNvSpPr txBox="1">
            <a:spLocks noGrp="1"/>
          </p:cNvSpPr>
          <p:nvPr>
            <p:ph type="subTitle" idx="1"/>
          </p:nvPr>
        </p:nvSpPr>
        <p:spPr>
          <a:xfrm>
            <a:off x="897875" y="1464950"/>
            <a:ext cx="4849200" cy="198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None/>
              <a:defRPr sz="26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2">
  <p:cSld name="CUSTOM_2_1_1_1">
    <p:spTree>
      <p:nvGrpSpPr>
        <p:cNvPr id="1" name="Shape 372"/>
        <p:cNvGrpSpPr/>
        <p:nvPr/>
      </p:nvGrpSpPr>
      <p:grpSpPr>
        <a:xfrm>
          <a:off x="0" y="0"/>
          <a:ext cx="0" cy="0"/>
          <a:chOff x="0" y="0"/>
          <a:chExt cx="0" cy="0"/>
        </a:xfrm>
      </p:grpSpPr>
      <p:grpSp>
        <p:nvGrpSpPr>
          <p:cNvPr id="373" name="Google Shape;373;p25"/>
          <p:cNvGrpSpPr/>
          <p:nvPr/>
        </p:nvGrpSpPr>
        <p:grpSpPr>
          <a:xfrm>
            <a:off x="358350" y="258050"/>
            <a:ext cx="8428950" cy="4627500"/>
            <a:chOff x="358350" y="258050"/>
            <a:chExt cx="8428950" cy="4627500"/>
          </a:xfrm>
        </p:grpSpPr>
        <p:sp>
          <p:nvSpPr>
            <p:cNvPr id="374" name="Google Shape;374;p25"/>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5"/>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6" name="Google Shape;376;p25"/>
            <p:cNvGrpSpPr/>
            <p:nvPr/>
          </p:nvGrpSpPr>
          <p:grpSpPr>
            <a:xfrm rot="10800000" flipH="1">
              <a:off x="4159199" y="4657459"/>
              <a:ext cx="825589" cy="93999"/>
              <a:chOff x="5718423" y="809024"/>
              <a:chExt cx="830071" cy="94500"/>
            </a:xfrm>
          </p:grpSpPr>
          <p:sp>
            <p:nvSpPr>
              <p:cNvPr id="377" name="Google Shape;377;p25"/>
              <p:cNvSpPr/>
              <p:nvPr/>
            </p:nvSpPr>
            <p:spPr>
              <a:xfrm>
                <a:off x="5718423"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5"/>
              <p:cNvSpPr/>
              <p:nvPr/>
            </p:nvSpPr>
            <p:spPr>
              <a:xfrm>
                <a:off x="596361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5"/>
              <p:cNvSpPr/>
              <p:nvPr/>
            </p:nvSpPr>
            <p:spPr>
              <a:xfrm>
                <a:off x="620880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5"/>
              <p:cNvSpPr/>
              <p:nvPr/>
            </p:nvSpPr>
            <p:spPr>
              <a:xfrm>
                <a:off x="6453994" y="809024"/>
                <a:ext cx="94500" cy="94500"/>
              </a:xfrm>
              <a:prstGeom prst="ellipse">
                <a:avLst/>
              </a:prstGeom>
              <a:solidFill>
                <a:srgbClr val="E27B83">
                  <a:alpha val="44200"/>
                </a:srgbClr>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381;p25"/>
            <p:cNvGrpSpPr/>
            <p:nvPr/>
          </p:nvGrpSpPr>
          <p:grpSpPr>
            <a:xfrm>
              <a:off x="720000" y="407061"/>
              <a:ext cx="7704000" cy="262500"/>
              <a:chOff x="433208" y="393425"/>
              <a:chExt cx="7704000" cy="262500"/>
            </a:xfrm>
          </p:grpSpPr>
          <p:sp>
            <p:nvSpPr>
              <p:cNvPr id="382" name="Google Shape;382;p25"/>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25"/>
              <p:cNvGrpSpPr/>
              <p:nvPr/>
            </p:nvGrpSpPr>
            <p:grpSpPr>
              <a:xfrm rot="10800000" flipH="1">
                <a:off x="543498" y="483688"/>
                <a:ext cx="429322" cy="93999"/>
                <a:chOff x="5840230" y="744468"/>
                <a:chExt cx="431653" cy="94500"/>
              </a:xfrm>
            </p:grpSpPr>
            <p:sp>
              <p:nvSpPr>
                <p:cNvPr id="384" name="Google Shape;384;p25"/>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5"/>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5"/>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87" name="Google Shape;387;p25"/>
          <p:cNvSpPr txBox="1">
            <a:spLocks noGrp="1"/>
          </p:cNvSpPr>
          <p:nvPr>
            <p:ph type="title"/>
          </p:nvPr>
        </p:nvSpPr>
        <p:spPr>
          <a:xfrm>
            <a:off x="4574850" y="1674196"/>
            <a:ext cx="2811000" cy="71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8" name="Google Shape;388;p25"/>
          <p:cNvSpPr txBox="1">
            <a:spLocks noGrp="1"/>
          </p:cNvSpPr>
          <p:nvPr>
            <p:ph type="subTitle" idx="1"/>
          </p:nvPr>
        </p:nvSpPr>
        <p:spPr>
          <a:xfrm>
            <a:off x="4574775" y="2424696"/>
            <a:ext cx="2811000" cy="14049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11">
    <p:spTree>
      <p:nvGrpSpPr>
        <p:cNvPr id="1" name="Shape 1060"/>
        <p:cNvGrpSpPr/>
        <p:nvPr/>
      </p:nvGrpSpPr>
      <p:grpSpPr>
        <a:xfrm>
          <a:off x="0" y="0"/>
          <a:ext cx="0" cy="0"/>
          <a:chOff x="0" y="0"/>
          <a:chExt cx="0" cy="0"/>
        </a:xfrm>
      </p:grpSpPr>
      <p:grpSp>
        <p:nvGrpSpPr>
          <p:cNvPr id="1061" name="Google Shape;1061;p60"/>
          <p:cNvGrpSpPr/>
          <p:nvPr/>
        </p:nvGrpSpPr>
        <p:grpSpPr>
          <a:xfrm>
            <a:off x="358350" y="258050"/>
            <a:ext cx="8428950" cy="4627500"/>
            <a:chOff x="358350" y="258050"/>
            <a:chExt cx="8428950" cy="4627500"/>
          </a:xfrm>
        </p:grpSpPr>
        <p:sp>
          <p:nvSpPr>
            <p:cNvPr id="1062" name="Google Shape;1062;p60"/>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0"/>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4" name="Google Shape;1064;p60"/>
            <p:cNvGrpSpPr/>
            <p:nvPr/>
          </p:nvGrpSpPr>
          <p:grpSpPr>
            <a:xfrm rot="10800000" flipH="1">
              <a:off x="4159199" y="4657459"/>
              <a:ext cx="825589" cy="93999"/>
              <a:chOff x="5718423" y="809024"/>
              <a:chExt cx="830071" cy="94500"/>
            </a:xfrm>
          </p:grpSpPr>
          <p:sp>
            <p:nvSpPr>
              <p:cNvPr id="1065" name="Google Shape;1065;p60"/>
              <p:cNvSpPr/>
              <p:nvPr/>
            </p:nvSpPr>
            <p:spPr>
              <a:xfrm>
                <a:off x="5718423"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60"/>
              <p:cNvSpPr/>
              <p:nvPr/>
            </p:nvSpPr>
            <p:spPr>
              <a:xfrm>
                <a:off x="596361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60"/>
              <p:cNvSpPr/>
              <p:nvPr/>
            </p:nvSpPr>
            <p:spPr>
              <a:xfrm>
                <a:off x="620880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60"/>
              <p:cNvSpPr/>
              <p:nvPr/>
            </p:nvSpPr>
            <p:spPr>
              <a:xfrm>
                <a:off x="645399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9" name="Google Shape;1069;p60"/>
            <p:cNvGrpSpPr/>
            <p:nvPr/>
          </p:nvGrpSpPr>
          <p:grpSpPr>
            <a:xfrm>
              <a:off x="720000" y="407061"/>
              <a:ext cx="7704000" cy="262500"/>
              <a:chOff x="433208" y="393425"/>
              <a:chExt cx="7704000" cy="262500"/>
            </a:xfrm>
          </p:grpSpPr>
          <p:sp>
            <p:nvSpPr>
              <p:cNvPr id="1070" name="Google Shape;1070;p60"/>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1" name="Google Shape;1071;p60"/>
              <p:cNvGrpSpPr/>
              <p:nvPr/>
            </p:nvGrpSpPr>
            <p:grpSpPr>
              <a:xfrm rot="10800000" flipH="1">
                <a:off x="543498" y="483688"/>
                <a:ext cx="429322" cy="93999"/>
                <a:chOff x="5840230" y="744468"/>
                <a:chExt cx="431653" cy="94500"/>
              </a:xfrm>
            </p:grpSpPr>
            <p:sp>
              <p:nvSpPr>
                <p:cNvPr id="1072" name="Google Shape;1072;p60"/>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60"/>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60"/>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075" name="Google Shape;1075;p60"/>
          <p:cNvGrpSpPr/>
          <p:nvPr/>
        </p:nvGrpSpPr>
        <p:grpSpPr>
          <a:xfrm>
            <a:off x="952499" y="1113600"/>
            <a:ext cx="7240638" cy="3108284"/>
            <a:chOff x="952499" y="1418400"/>
            <a:chExt cx="7240638" cy="3108284"/>
          </a:xfrm>
        </p:grpSpPr>
        <p:grpSp>
          <p:nvGrpSpPr>
            <p:cNvPr id="1076" name="Google Shape;1076;p60"/>
            <p:cNvGrpSpPr/>
            <p:nvPr/>
          </p:nvGrpSpPr>
          <p:grpSpPr>
            <a:xfrm>
              <a:off x="952499" y="1418400"/>
              <a:ext cx="2299225" cy="3108284"/>
              <a:chOff x="486919" y="1114962"/>
              <a:chExt cx="2619901" cy="3541800"/>
            </a:xfrm>
          </p:grpSpPr>
          <p:sp>
            <p:nvSpPr>
              <p:cNvPr id="1077" name="Google Shape;1077;p60"/>
              <p:cNvSpPr/>
              <p:nvPr/>
            </p:nvSpPr>
            <p:spPr>
              <a:xfrm>
                <a:off x="486920" y="1114962"/>
                <a:ext cx="2619900" cy="35418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60"/>
              <p:cNvSpPr/>
              <p:nvPr/>
            </p:nvSpPr>
            <p:spPr>
              <a:xfrm>
                <a:off x="486919" y="1114991"/>
                <a:ext cx="26199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9" name="Google Shape;1079;p60"/>
              <p:cNvGrpSpPr/>
              <p:nvPr/>
            </p:nvGrpSpPr>
            <p:grpSpPr>
              <a:xfrm rot="10800000" flipH="1">
                <a:off x="620929" y="1244995"/>
                <a:ext cx="429322" cy="93999"/>
                <a:chOff x="5578333" y="744468"/>
                <a:chExt cx="431653" cy="94500"/>
              </a:xfrm>
            </p:grpSpPr>
            <p:sp>
              <p:nvSpPr>
                <p:cNvPr id="1080" name="Google Shape;1080;p60"/>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60"/>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60"/>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3" name="Google Shape;1083;p60"/>
            <p:cNvGrpSpPr/>
            <p:nvPr/>
          </p:nvGrpSpPr>
          <p:grpSpPr>
            <a:xfrm>
              <a:off x="3423211" y="1418400"/>
              <a:ext cx="2299225" cy="3108284"/>
              <a:chOff x="486919" y="1114962"/>
              <a:chExt cx="2619901" cy="3541800"/>
            </a:xfrm>
          </p:grpSpPr>
          <p:sp>
            <p:nvSpPr>
              <p:cNvPr id="1084" name="Google Shape;1084;p60"/>
              <p:cNvSpPr/>
              <p:nvPr/>
            </p:nvSpPr>
            <p:spPr>
              <a:xfrm>
                <a:off x="486920" y="1114962"/>
                <a:ext cx="2619900" cy="35418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60"/>
              <p:cNvSpPr/>
              <p:nvPr/>
            </p:nvSpPr>
            <p:spPr>
              <a:xfrm>
                <a:off x="486919" y="1114991"/>
                <a:ext cx="26199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6" name="Google Shape;1086;p60"/>
              <p:cNvGrpSpPr/>
              <p:nvPr/>
            </p:nvGrpSpPr>
            <p:grpSpPr>
              <a:xfrm rot="10800000" flipH="1">
                <a:off x="620929" y="1244995"/>
                <a:ext cx="429322" cy="93999"/>
                <a:chOff x="5578333" y="744468"/>
                <a:chExt cx="431653" cy="94500"/>
              </a:xfrm>
            </p:grpSpPr>
            <p:sp>
              <p:nvSpPr>
                <p:cNvPr id="1087" name="Google Shape;1087;p60"/>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60"/>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60"/>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0" name="Google Shape;1090;p60"/>
            <p:cNvGrpSpPr/>
            <p:nvPr/>
          </p:nvGrpSpPr>
          <p:grpSpPr>
            <a:xfrm>
              <a:off x="5893911" y="1418400"/>
              <a:ext cx="2299225" cy="3108284"/>
              <a:chOff x="486919" y="1114962"/>
              <a:chExt cx="2619901" cy="3541800"/>
            </a:xfrm>
          </p:grpSpPr>
          <p:sp>
            <p:nvSpPr>
              <p:cNvPr id="1091" name="Google Shape;1091;p60"/>
              <p:cNvSpPr/>
              <p:nvPr/>
            </p:nvSpPr>
            <p:spPr>
              <a:xfrm>
                <a:off x="486920" y="1114962"/>
                <a:ext cx="2619900" cy="35418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60"/>
              <p:cNvSpPr/>
              <p:nvPr/>
            </p:nvSpPr>
            <p:spPr>
              <a:xfrm>
                <a:off x="486919" y="1114991"/>
                <a:ext cx="26199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3" name="Google Shape;1093;p60"/>
              <p:cNvGrpSpPr/>
              <p:nvPr/>
            </p:nvGrpSpPr>
            <p:grpSpPr>
              <a:xfrm rot="10800000" flipH="1">
                <a:off x="620929" y="1244995"/>
                <a:ext cx="429322" cy="93999"/>
                <a:chOff x="5578333" y="744468"/>
                <a:chExt cx="431653" cy="94500"/>
              </a:xfrm>
            </p:grpSpPr>
            <p:sp>
              <p:nvSpPr>
                <p:cNvPr id="1094" name="Google Shape;1094;p60"/>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60"/>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60"/>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11_2">
    <p:spTree>
      <p:nvGrpSpPr>
        <p:cNvPr id="1" name="Shape 1097"/>
        <p:cNvGrpSpPr/>
        <p:nvPr/>
      </p:nvGrpSpPr>
      <p:grpSpPr>
        <a:xfrm>
          <a:off x="0" y="0"/>
          <a:ext cx="0" cy="0"/>
          <a:chOff x="0" y="0"/>
          <a:chExt cx="0" cy="0"/>
        </a:xfrm>
      </p:grpSpPr>
      <p:grpSp>
        <p:nvGrpSpPr>
          <p:cNvPr id="1098" name="Google Shape;1098;p61"/>
          <p:cNvGrpSpPr/>
          <p:nvPr/>
        </p:nvGrpSpPr>
        <p:grpSpPr>
          <a:xfrm>
            <a:off x="358350" y="258050"/>
            <a:ext cx="8428950" cy="4627500"/>
            <a:chOff x="358350" y="258050"/>
            <a:chExt cx="8428950" cy="4627500"/>
          </a:xfrm>
        </p:grpSpPr>
        <p:sp>
          <p:nvSpPr>
            <p:cNvPr id="1099" name="Google Shape;1099;p61"/>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61"/>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61"/>
            <p:cNvGrpSpPr/>
            <p:nvPr/>
          </p:nvGrpSpPr>
          <p:grpSpPr>
            <a:xfrm rot="10800000" flipH="1">
              <a:off x="4159199" y="4657459"/>
              <a:ext cx="825589" cy="93999"/>
              <a:chOff x="5718423" y="809024"/>
              <a:chExt cx="830071" cy="94500"/>
            </a:xfrm>
          </p:grpSpPr>
          <p:sp>
            <p:nvSpPr>
              <p:cNvPr id="1102" name="Google Shape;1102;p61"/>
              <p:cNvSpPr/>
              <p:nvPr/>
            </p:nvSpPr>
            <p:spPr>
              <a:xfrm>
                <a:off x="5718423"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61"/>
              <p:cNvSpPr/>
              <p:nvPr/>
            </p:nvSpPr>
            <p:spPr>
              <a:xfrm>
                <a:off x="596361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61"/>
              <p:cNvSpPr/>
              <p:nvPr/>
            </p:nvSpPr>
            <p:spPr>
              <a:xfrm>
                <a:off x="620880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61"/>
              <p:cNvSpPr/>
              <p:nvPr/>
            </p:nvSpPr>
            <p:spPr>
              <a:xfrm>
                <a:off x="645399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6" name="Google Shape;1106;p61"/>
            <p:cNvGrpSpPr/>
            <p:nvPr/>
          </p:nvGrpSpPr>
          <p:grpSpPr>
            <a:xfrm>
              <a:off x="720000" y="407061"/>
              <a:ext cx="7704000" cy="262500"/>
              <a:chOff x="433208" y="393425"/>
              <a:chExt cx="7704000" cy="262500"/>
            </a:xfrm>
          </p:grpSpPr>
          <p:sp>
            <p:nvSpPr>
              <p:cNvPr id="1107" name="Google Shape;1107;p61"/>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8" name="Google Shape;1108;p61"/>
              <p:cNvGrpSpPr/>
              <p:nvPr/>
            </p:nvGrpSpPr>
            <p:grpSpPr>
              <a:xfrm rot="10800000" flipH="1">
                <a:off x="543498" y="483688"/>
                <a:ext cx="429322" cy="93999"/>
                <a:chOff x="5840230" y="744468"/>
                <a:chExt cx="431653" cy="94500"/>
              </a:xfrm>
            </p:grpSpPr>
            <p:sp>
              <p:nvSpPr>
                <p:cNvPr id="1109" name="Google Shape;1109;p61"/>
                <p:cNvSpPr/>
                <p:nvPr/>
              </p:nvSpPr>
              <p:spPr>
                <a:xfrm>
                  <a:off x="5840230" y="744468"/>
                  <a:ext cx="94500" cy="94500"/>
                </a:xfrm>
                <a:prstGeom prst="ellipse">
                  <a:avLst/>
                </a:prstGeom>
                <a:solidFill>
                  <a:schemeClr val="accent2"/>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61"/>
                <p:cNvSpPr/>
                <p:nvPr/>
              </p:nvSpPr>
              <p:spPr>
                <a:xfrm>
                  <a:off x="6008807" y="744468"/>
                  <a:ext cx="94500" cy="94500"/>
                </a:xfrm>
                <a:prstGeom prst="ellipse">
                  <a:avLst/>
                </a:prstGeom>
                <a:solidFill>
                  <a:schemeClr val="accent4"/>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61"/>
                <p:cNvSpPr/>
                <p:nvPr/>
              </p:nvSpPr>
              <p:spPr>
                <a:xfrm>
                  <a:off x="6177384" y="744468"/>
                  <a:ext cx="94500" cy="94500"/>
                </a:xfrm>
                <a:prstGeom prst="ellipse">
                  <a:avLst/>
                </a:prstGeom>
                <a:solidFill>
                  <a:schemeClr val="lt1"/>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12" name="Google Shape;1112;p61"/>
          <p:cNvGrpSpPr/>
          <p:nvPr/>
        </p:nvGrpSpPr>
        <p:grpSpPr>
          <a:xfrm>
            <a:off x="719282" y="1076152"/>
            <a:ext cx="6880555" cy="2625711"/>
            <a:chOff x="358361" y="258062"/>
            <a:chExt cx="8428954" cy="3216600"/>
          </a:xfrm>
        </p:grpSpPr>
        <p:sp>
          <p:nvSpPr>
            <p:cNvPr id="1113" name="Google Shape;1113;p61"/>
            <p:cNvSpPr/>
            <p:nvPr/>
          </p:nvSpPr>
          <p:spPr>
            <a:xfrm>
              <a:off x="358361" y="258062"/>
              <a:ext cx="8427300" cy="3216600"/>
            </a:xfrm>
            <a:prstGeom prst="roundRect">
              <a:avLst>
                <a:gd name="adj" fmla="val 5555"/>
              </a:avLst>
            </a:prstGeom>
            <a:solidFill>
              <a:schemeClr val="lt1"/>
            </a:solidFill>
            <a:ln>
              <a:noFill/>
            </a:ln>
            <a:effectLst>
              <a:outerShdw blurRad="85725" dist="3810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61"/>
            <p:cNvSpPr/>
            <p:nvPr/>
          </p:nvSpPr>
          <p:spPr>
            <a:xfrm>
              <a:off x="360015" y="258062"/>
              <a:ext cx="8427300" cy="3216600"/>
            </a:xfrm>
            <a:prstGeom prst="roundRect">
              <a:avLst>
                <a:gd name="adj" fmla="val 5555"/>
              </a:avLst>
            </a:prstGeom>
            <a:solidFill>
              <a:schemeClr val="lt1"/>
            </a:solidFill>
            <a:ln>
              <a:noFill/>
            </a:ln>
            <a:effectLst>
              <a:outerShdw blurRad="85725" dist="3810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5" name="Google Shape;1115;p61"/>
            <p:cNvGrpSpPr/>
            <p:nvPr/>
          </p:nvGrpSpPr>
          <p:grpSpPr>
            <a:xfrm>
              <a:off x="720000" y="407061"/>
              <a:ext cx="7704000" cy="262500"/>
              <a:chOff x="433208" y="393425"/>
              <a:chExt cx="7704000" cy="262500"/>
            </a:xfrm>
          </p:grpSpPr>
          <p:sp>
            <p:nvSpPr>
              <p:cNvPr id="1116" name="Google Shape;1116;p61"/>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85725" dist="3810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7" name="Google Shape;1117;p61"/>
              <p:cNvGrpSpPr/>
              <p:nvPr/>
            </p:nvGrpSpPr>
            <p:grpSpPr>
              <a:xfrm rot="10800000" flipH="1">
                <a:off x="543498" y="483688"/>
                <a:ext cx="429322" cy="93999"/>
                <a:chOff x="5840230" y="744468"/>
                <a:chExt cx="431653" cy="94500"/>
              </a:xfrm>
            </p:grpSpPr>
            <p:sp>
              <p:nvSpPr>
                <p:cNvPr id="1118" name="Google Shape;1118;p61"/>
                <p:cNvSpPr/>
                <p:nvPr/>
              </p:nvSpPr>
              <p:spPr>
                <a:xfrm>
                  <a:off x="5840230" y="744468"/>
                  <a:ext cx="94500" cy="94500"/>
                </a:xfrm>
                <a:prstGeom prst="ellipse">
                  <a:avLst/>
                </a:prstGeom>
                <a:solidFill>
                  <a:schemeClr val="accent2"/>
                </a:solidFill>
                <a:ln>
                  <a:noFill/>
                </a:ln>
                <a:effectLst>
                  <a:outerShdw blurRad="85725" dist="3810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61"/>
                <p:cNvSpPr/>
                <p:nvPr/>
              </p:nvSpPr>
              <p:spPr>
                <a:xfrm>
                  <a:off x="6008807" y="744468"/>
                  <a:ext cx="94500" cy="94500"/>
                </a:xfrm>
                <a:prstGeom prst="ellipse">
                  <a:avLst/>
                </a:prstGeom>
                <a:solidFill>
                  <a:schemeClr val="accent4"/>
                </a:solidFill>
                <a:ln>
                  <a:noFill/>
                </a:ln>
                <a:effectLst>
                  <a:outerShdw blurRad="85725" dist="3810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61"/>
                <p:cNvSpPr/>
                <p:nvPr/>
              </p:nvSpPr>
              <p:spPr>
                <a:xfrm>
                  <a:off x="6177384" y="744468"/>
                  <a:ext cx="94500" cy="94500"/>
                </a:xfrm>
                <a:prstGeom prst="ellipse">
                  <a:avLst/>
                </a:prstGeom>
                <a:solidFill>
                  <a:schemeClr val="lt1"/>
                </a:solidFill>
                <a:ln>
                  <a:noFill/>
                </a:ln>
                <a:effectLst>
                  <a:outerShdw blurRad="85725" dist="3810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21" name="Google Shape;1121;p61"/>
          <p:cNvGrpSpPr/>
          <p:nvPr/>
        </p:nvGrpSpPr>
        <p:grpSpPr>
          <a:xfrm>
            <a:off x="3521825" y="3242775"/>
            <a:ext cx="4695887" cy="1063125"/>
            <a:chOff x="486920" y="1114962"/>
            <a:chExt cx="5350828" cy="1211400"/>
          </a:xfrm>
        </p:grpSpPr>
        <p:sp>
          <p:nvSpPr>
            <p:cNvPr id="1122" name="Google Shape;1122;p61"/>
            <p:cNvSpPr/>
            <p:nvPr/>
          </p:nvSpPr>
          <p:spPr>
            <a:xfrm>
              <a:off x="486920" y="1114962"/>
              <a:ext cx="5350800" cy="1211400"/>
            </a:xfrm>
            <a:prstGeom prst="roundRect">
              <a:avLst>
                <a:gd name="adj" fmla="val 1492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61"/>
            <p:cNvSpPr/>
            <p:nvPr/>
          </p:nvSpPr>
          <p:spPr>
            <a:xfrm>
              <a:off x="486949" y="1114991"/>
              <a:ext cx="5350800" cy="355200"/>
            </a:xfrm>
            <a:prstGeom prst="round2SameRect">
              <a:avLst>
                <a:gd name="adj1" fmla="val 50000"/>
                <a:gd name="adj2" fmla="val 0"/>
              </a:avLst>
            </a:prstGeom>
            <a:solidFill>
              <a:schemeClr val="dk2"/>
            </a:solidFill>
            <a:ln w="9525" cap="flat" cmpd="sng">
              <a:solidFill>
                <a:schemeClr val="lt1"/>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4" name="Google Shape;1124;p61"/>
            <p:cNvGrpSpPr/>
            <p:nvPr/>
          </p:nvGrpSpPr>
          <p:grpSpPr>
            <a:xfrm rot="10800000" flipH="1">
              <a:off x="620929" y="1244995"/>
              <a:ext cx="429322" cy="93999"/>
              <a:chOff x="5578333" y="744468"/>
              <a:chExt cx="431653" cy="94500"/>
            </a:xfrm>
          </p:grpSpPr>
          <p:sp>
            <p:nvSpPr>
              <p:cNvPr id="1125" name="Google Shape;1125;p61"/>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61"/>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61"/>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1_1">
    <p:spTree>
      <p:nvGrpSpPr>
        <p:cNvPr id="1" name="Shape 1128"/>
        <p:cNvGrpSpPr/>
        <p:nvPr/>
      </p:nvGrpSpPr>
      <p:grpSpPr>
        <a:xfrm>
          <a:off x="0" y="0"/>
          <a:ext cx="0" cy="0"/>
          <a:chOff x="0" y="0"/>
          <a:chExt cx="0" cy="0"/>
        </a:xfrm>
      </p:grpSpPr>
      <p:grpSp>
        <p:nvGrpSpPr>
          <p:cNvPr id="1129" name="Google Shape;1129;p62"/>
          <p:cNvGrpSpPr/>
          <p:nvPr/>
        </p:nvGrpSpPr>
        <p:grpSpPr>
          <a:xfrm>
            <a:off x="358350" y="258050"/>
            <a:ext cx="8428950" cy="4627500"/>
            <a:chOff x="358350" y="258050"/>
            <a:chExt cx="8428950" cy="4627500"/>
          </a:xfrm>
        </p:grpSpPr>
        <p:sp>
          <p:nvSpPr>
            <p:cNvPr id="1130" name="Google Shape;1130;p62"/>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2"/>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2" name="Google Shape;1132;p62"/>
            <p:cNvGrpSpPr/>
            <p:nvPr/>
          </p:nvGrpSpPr>
          <p:grpSpPr>
            <a:xfrm rot="10800000" flipH="1">
              <a:off x="4159199" y="4657459"/>
              <a:ext cx="825589" cy="93999"/>
              <a:chOff x="5718423" y="809024"/>
              <a:chExt cx="830071" cy="94500"/>
            </a:xfrm>
          </p:grpSpPr>
          <p:sp>
            <p:nvSpPr>
              <p:cNvPr id="1133" name="Google Shape;1133;p62"/>
              <p:cNvSpPr/>
              <p:nvPr/>
            </p:nvSpPr>
            <p:spPr>
              <a:xfrm>
                <a:off x="5718423"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62"/>
              <p:cNvSpPr/>
              <p:nvPr/>
            </p:nvSpPr>
            <p:spPr>
              <a:xfrm>
                <a:off x="596361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62"/>
              <p:cNvSpPr/>
              <p:nvPr/>
            </p:nvSpPr>
            <p:spPr>
              <a:xfrm>
                <a:off x="620880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62"/>
              <p:cNvSpPr/>
              <p:nvPr/>
            </p:nvSpPr>
            <p:spPr>
              <a:xfrm>
                <a:off x="645399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62"/>
            <p:cNvGrpSpPr/>
            <p:nvPr/>
          </p:nvGrpSpPr>
          <p:grpSpPr>
            <a:xfrm>
              <a:off x="720000" y="407061"/>
              <a:ext cx="7704000" cy="262500"/>
              <a:chOff x="433208" y="393425"/>
              <a:chExt cx="7704000" cy="262500"/>
            </a:xfrm>
          </p:grpSpPr>
          <p:sp>
            <p:nvSpPr>
              <p:cNvPr id="1138" name="Google Shape;1138;p62"/>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9" name="Google Shape;1139;p62"/>
              <p:cNvGrpSpPr/>
              <p:nvPr/>
            </p:nvGrpSpPr>
            <p:grpSpPr>
              <a:xfrm rot="10800000" flipH="1">
                <a:off x="543498" y="483688"/>
                <a:ext cx="429322" cy="93999"/>
                <a:chOff x="5840230" y="744468"/>
                <a:chExt cx="431653" cy="94500"/>
              </a:xfrm>
            </p:grpSpPr>
            <p:sp>
              <p:nvSpPr>
                <p:cNvPr id="1140" name="Google Shape;1140;p62"/>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62"/>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62"/>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43" name="Google Shape;1143;p62"/>
          <p:cNvGrpSpPr/>
          <p:nvPr/>
        </p:nvGrpSpPr>
        <p:grpSpPr>
          <a:xfrm>
            <a:off x="1773576" y="1120075"/>
            <a:ext cx="2299225" cy="3108284"/>
            <a:chOff x="486919" y="1114962"/>
            <a:chExt cx="2619901" cy="3541800"/>
          </a:xfrm>
        </p:grpSpPr>
        <p:sp>
          <p:nvSpPr>
            <p:cNvPr id="1144" name="Google Shape;1144;p62"/>
            <p:cNvSpPr/>
            <p:nvPr/>
          </p:nvSpPr>
          <p:spPr>
            <a:xfrm>
              <a:off x="486920" y="1114962"/>
              <a:ext cx="2619900" cy="35418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62"/>
            <p:cNvSpPr/>
            <p:nvPr/>
          </p:nvSpPr>
          <p:spPr>
            <a:xfrm>
              <a:off x="486919" y="1114991"/>
              <a:ext cx="26199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6" name="Google Shape;1146;p62"/>
            <p:cNvGrpSpPr/>
            <p:nvPr/>
          </p:nvGrpSpPr>
          <p:grpSpPr>
            <a:xfrm rot="10800000" flipH="1">
              <a:off x="620929" y="1244995"/>
              <a:ext cx="429322" cy="93999"/>
              <a:chOff x="5578333" y="744468"/>
              <a:chExt cx="431653" cy="94500"/>
            </a:xfrm>
          </p:grpSpPr>
          <p:sp>
            <p:nvSpPr>
              <p:cNvPr id="1147" name="Google Shape;1147;p62"/>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62"/>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62"/>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0" name="Google Shape;1150;p62"/>
          <p:cNvGrpSpPr/>
          <p:nvPr/>
        </p:nvGrpSpPr>
        <p:grpSpPr>
          <a:xfrm>
            <a:off x="5083801" y="1120075"/>
            <a:ext cx="2299252" cy="3108284"/>
            <a:chOff x="91807" y="1114962"/>
            <a:chExt cx="2619932" cy="3541800"/>
          </a:xfrm>
        </p:grpSpPr>
        <p:sp>
          <p:nvSpPr>
            <p:cNvPr id="1151" name="Google Shape;1151;p62"/>
            <p:cNvSpPr/>
            <p:nvPr/>
          </p:nvSpPr>
          <p:spPr>
            <a:xfrm>
              <a:off x="91807" y="1114962"/>
              <a:ext cx="2619900" cy="35418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62"/>
            <p:cNvSpPr/>
            <p:nvPr/>
          </p:nvSpPr>
          <p:spPr>
            <a:xfrm>
              <a:off x="91839" y="1114991"/>
              <a:ext cx="26199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3" name="Google Shape;1153;p62"/>
            <p:cNvGrpSpPr/>
            <p:nvPr/>
          </p:nvGrpSpPr>
          <p:grpSpPr>
            <a:xfrm rot="10800000" flipH="1">
              <a:off x="229496" y="1244995"/>
              <a:ext cx="429322" cy="93999"/>
              <a:chOff x="5184775" y="744468"/>
              <a:chExt cx="431653" cy="94500"/>
            </a:xfrm>
          </p:grpSpPr>
          <p:sp>
            <p:nvSpPr>
              <p:cNvPr id="1154" name="Google Shape;1154;p62"/>
              <p:cNvSpPr/>
              <p:nvPr/>
            </p:nvSpPr>
            <p:spPr>
              <a:xfrm>
                <a:off x="5184775"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62"/>
              <p:cNvSpPr/>
              <p:nvPr/>
            </p:nvSpPr>
            <p:spPr>
              <a:xfrm>
                <a:off x="5353352"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62"/>
              <p:cNvSpPr/>
              <p:nvPr/>
            </p:nvSpPr>
            <p:spPr>
              <a:xfrm>
                <a:off x="5521928"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CUSTOM_11_1_1">
    <p:spTree>
      <p:nvGrpSpPr>
        <p:cNvPr id="1" name="Shape 1157"/>
        <p:cNvGrpSpPr/>
        <p:nvPr/>
      </p:nvGrpSpPr>
      <p:grpSpPr>
        <a:xfrm>
          <a:off x="0" y="0"/>
          <a:ext cx="0" cy="0"/>
          <a:chOff x="0" y="0"/>
          <a:chExt cx="0" cy="0"/>
        </a:xfrm>
      </p:grpSpPr>
      <p:grpSp>
        <p:nvGrpSpPr>
          <p:cNvPr id="1158" name="Google Shape;1158;p63"/>
          <p:cNvGrpSpPr/>
          <p:nvPr/>
        </p:nvGrpSpPr>
        <p:grpSpPr>
          <a:xfrm>
            <a:off x="358350" y="258050"/>
            <a:ext cx="8428950" cy="4627500"/>
            <a:chOff x="358350" y="258050"/>
            <a:chExt cx="8428950" cy="4627500"/>
          </a:xfrm>
        </p:grpSpPr>
        <p:sp>
          <p:nvSpPr>
            <p:cNvPr id="1159" name="Google Shape;1159;p63"/>
            <p:cNvSpPr/>
            <p:nvPr/>
          </p:nvSpPr>
          <p:spPr>
            <a:xfrm>
              <a:off x="358350" y="258050"/>
              <a:ext cx="8427300" cy="4627500"/>
            </a:xfrm>
            <a:prstGeom prst="roundRect">
              <a:avLst>
                <a:gd name="adj" fmla="val 555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63"/>
            <p:cNvSpPr/>
            <p:nvPr/>
          </p:nvSpPr>
          <p:spPr>
            <a:xfrm>
              <a:off x="360000" y="258050"/>
              <a:ext cx="8427300" cy="4627500"/>
            </a:xfrm>
            <a:prstGeom prst="roundRect">
              <a:avLst>
                <a:gd name="adj" fmla="val 5555"/>
              </a:avLst>
            </a:prstGeom>
            <a:gradFill>
              <a:gsLst>
                <a:gs pos="0">
                  <a:schemeClr val="lt1"/>
                </a:gs>
                <a:gs pos="100000">
                  <a:srgbClr val="66BEE9">
                    <a:alpha val="34509"/>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1" name="Google Shape;1161;p63"/>
            <p:cNvGrpSpPr/>
            <p:nvPr/>
          </p:nvGrpSpPr>
          <p:grpSpPr>
            <a:xfrm rot="10800000" flipH="1">
              <a:off x="4159199" y="4657459"/>
              <a:ext cx="825589" cy="93999"/>
              <a:chOff x="5718423" y="809024"/>
              <a:chExt cx="830071" cy="94500"/>
            </a:xfrm>
          </p:grpSpPr>
          <p:sp>
            <p:nvSpPr>
              <p:cNvPr id="1162" name="Google Shape;1162;p63"/>
              <p:cNvSpPr/>
              <p:nvPr/>
            </p:nvSpPr>
            <p:spPr>
              <a:xfrm>
                <a:off x="5718423"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63"/>
              <p:cNvSpPr/>
              <p:nvPr/>
            </p:nvSpPr>
            <p:spPr>
              <a:xfrm>
                <a:off x="596361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63"/>
              <p:cNvSpPr/>
              <p:nvPr/>
            </p:nvSpPr>
            <p:spPr>
              <a:xfrm>
                <a:off x="620880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63"/>
              <p:cNvSpPr/>
              <p:nvPr/>
            </p:nvSpPr>
            <p:spPr>
              <a:xfrm>
                <a:off x="6453994" y="809024"/>
                <a:ext cx="94500" cy="94500"/>
              </a:xfrm>
              <a:prstGeom prst="ellipse">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6" name="Google Shape;1166;p63"/>
            <p:cNvGrpSpPr/>
            <p:nvPr/>
          </p:nvGrpSpPr>
          <p:grpSpPr>
            <a:xfrm>
              <a:off x="720000" y="407061"/>
              <a:ext cx="7704000" cy="262500"/>
              <a:chOff x="433208" y="393425"/>
              <a:chExt cx="7704000" cy="262500"/>
            </a:xfrm>
          </p:grpSpPr>
          <p:sp>
            <p:nvSpPr>
              <p:cNvPr id="1167" name="Google Shape;1167;p63"/>
              <p:cNvSpPr/>
              <p:nvPr/>
            </p:nvSpPr>
            <p:spPr>
              <a:xfrm>
                <a:off x="433208" y="393425"/>
                <a:ext cx="7704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8" name="Google Shape;1168;p63"/>
              <p:cNvGrpSpPr/>
              <p:nvPr/>
            </p:nvGrpSpPr>
            <p:grpSpPr>
              <a:xfrm rot="10800000" flipH="1">
                <a:off x="543498" y="483688"/>
                <a:ext cx="429322" cy="93999"/>
                <a:chOff x="5840230" y="744468"/>
                <a:chExt cx="431653" cy="94500"/>
              </a:xfrm>
            </p:grpSpPr>
            <p:sp>
              <p:nvSpPr>
                <p:cNvPr id="1169" name="Google Shape;1169;p63"/>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63"/>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63"/>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72" name="Google Shape;1172;p63"/>
          <p:cNvGrpSpPr/>
          <p:nvPr/>
        </p:nvGrpSpPr>
        <p:grpSpPr>
          <a:xfrm>
            <a:off x="6830653" y="1437528"/>
            <a:ext cx="1591816" cy="1122977"/>
            <a:chOff x="486931" y="1114949"/>
            <a:chExt cx="2517900" cy="1776300"/>
          </a:xfrm>
        </p:grpSpPr>
        <p:sp>
          <p:nvSpPr>
            <p:cNvPr id="1173" name="Google Shape;1173;p63"/>
            <p:cNvSpPr/>
            <p:nvPr/>
          </p:nvSpPr>
          <p:spPr>
            <a:xfrm>
              <a:off x="486931" y="1114949"/>
              <a:ext cx="2517900" cy="17763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63"/>
            <p:cNvSpPr/>
            <p:nvPr/>
          </p:nvSpPr>
          <p:spPr>
            <a:xfrm>
              <a:off x="486931" y="1114988"/>
              <a:ext cx="25179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5" name="Google Shape;1175;p63"/>
            <p:cNvGrpSpPr/>
            <p:nvPr/>
          </p:nvGrpSpPr>
          <p:grpSpPr>
            <a:xfrm rot="10800000" flipH="1">
              <a:off x="620929" y="1244995"/>
              <a:ext cx="429322" cy="93999"/>
              <a:chOff x="5578333" y="744468"/>
              <a:chExt cx="431653" cy="94500"/>
            </a:xfrm>
          </p:grpSpPr>
          <p:sp>
            <p:nvSpPr>
              <p:cNvPr id="1176" name="Google Shape;1176;p63"/>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63"/>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63"/>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79" name="Google Shape;1179;p63"/>
          <p:cNvGrpSpPr/>
          <p:nvPr/>
        </p:nvGrpSpPr>
        <p:grpSpPr>
          <a:xfrm>
            <a:off x="2497124" y="1208425"/>
            <a:ext cx="4166209" cy="2778904"/>
            <a:chOff x="486897" y="1114972"/>
            <a:chExt cx="5169635" cy="3448200"/>
          </a:xfrm>
        </p:grpSpPr>
        <p:sp>
          <p:nvSpPr>
            <p:cNvPr id="1180" name="Google Shape;1180;p63"/>
            <p:cNvSpPr/>
            <p:nvPr/>
          </p:nvSpPr>
          <p:spPr>
            <a:xfrm>
              <a:off x="486932" y="1114972"/>
              <a:ext cx="5169600" cy="3448200"/>
            </a:xfrm>
            <a:prstGeom prst="roundRect">
              <a:avLst>
                <a:gd name="adj" fmla="val 7978"/>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63"/>
            <p:cNvSpPr/>
            <p:nvPr/>
          </p:nvSpPr>
          <p:spPr>
            <a:xfrm>
              <a:off x="486897" y="1115004"/>
              <a:ext cx="51696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2" name="Google Shape;1182;p63"/>
            <p:cNvGrpSpPr/>
            <p:nvPr/>
          </p:nvGrpSpPr>
          <p:grpSpPr>
            <a:xfrm rot="10800000" flipH="1">
              <a:off x="620929" y="1244995"/>
              <a:ext cx="429322" cy="93999"/>
              <a:chOff x="5578333" y="744468"/>
              <a:chExt cx="431653" cy="94500"/>
            </a:xfrm>
          </p:grpSpPr>
          <p:sp>
            <p:nvSpPr>
              <p:cNvPr id="1183" name="Google Shape;1183;p63"/>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63"/>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63"/>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6" name="Google Shape;1186;p63"/>
          <p:cNvGrpSpPr/>
          <p:nvPr/>
        </p:nvGrpSpPr>
        <p:grpSpPr>
          <a:xfrm>
            <a:off x="730778" y="1437528"/>
            <a:ext cx="1591816" cy="1122977"/>
            <a:chOff x="486931" y="1114949"/>
            <a:chExt cx="2517900" cy="1776300"/>
          </a:xfrm>
        </p:grpSpPr>
        <p:sp>
          <p:nvSpPr>
            <p:cNvPr id="1187" name="Google Shape;1187;p63"/>
            <p:cNvSpPr/>
            <p:nvPr/>
          </p:nvSpPr>
          <p:spPr>
            <a:xfrm>
              <a:off x="486931" y="1114949"/>
              <a:ext cx="2517900" cy="17763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63"/>
            <p:cNvSpPr/>
            <p:nvPr/>
          </p:nvSpPr>
          <p:spPr>
            <a:xfrm>
              <a:off x="486931" y="1114988"/>
              <a:ext cx="25179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9" name="Google Shape;1189;p63"/>
            <p:cNvGrpSpPr/>
            <p:nvPr/>
          </p:nvGrpSpPr>
          <p:grpSpPr>
            <a:xfrm rot="10800000" flipH="1">
              <a:off x="620929" y="1244995"/>
              <a:ext cx="429322" cy="93999"/>
              <a:chOff x="5578333" y="744468"/>
              <a:chExt cx="431653" cy="94500"/>
            </a:xfrm>
          </p:grpSpPr>
          <p:sp>
            <p:nvSpPr>
              <p:cNvPr id="1190" name="Google Shape;1190;p63"/>
              <p:cNvSpPr/>
              <p:nvPr/>
            </p:nvSpPr>
            <p:spPr>
              <a:xfrm>
                <a:off x="5578333"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63"/>
              <p:cNvSpPr/>
              <p:nvPr/>
            </p:nvSpPr>
            <p:spPr>
              <a:xfrm>
                <a:off x="5746910"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63"/>
              <p:cNvSpPr/>
              <p:nvPr/>
            </p:nvSpPr>
            <p:spPr>
              <a:xfrm>
                <a:off x="5915486"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100000">
              <a:schemeClr val="lt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Orbitron"/>
              <a:buNone/>
              <a:defRPr sz="2800" b="1">
                <a:solidFill>
                  <a:schemeClr val="dk1"/>
                </a:solidFill>
                <a:latin typeface="Orbitron"/>
                <a:ea typeface="Orbitron"/>
                <a:cs typeface="Orbitron"/>
                <a:sym typeface="Orbitro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1pPr>
            <a:lvl2pPr marL="914400" lvl="1"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2pPr>
            <a:lvl3pPr marL="1371600" lvl="2"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3pPr>
            <a:lvl4pPr marL="1828800" lvl="3"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4pPr>
            <a:lvl5pPr marL="2286000" lvl="4"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5pPr>
            <a:lvl6pPr marL="2743200" lvl="5"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6pPr>
            <a:lvl7pPr marL="3200400" lvl="6"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7pPr>
            <a:lvl8pPr marL="3657600" lvl="7"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8pPr>
            <a:lvl9pPr marL="4114800" lvl="8" indent="-317500">
              <a:lnSpc>
                <a:spcPct val="100000"/>
              </a:lnSpc>
              <a:spcBef>
                <a:spcPts val="0"/>
              </a:spcBef>
              <a:spcAft>
                <a:spcPts val="0"/>
              </a:spcAft>
              <a:buClr>
                <a:schemeClr val="dk1"/>
              </a:buClr>
              <a:buSzPts val="1400"/>
              <a:buFont typeface="Quicksand"/>
              <a:buChar char="■"/>
              <a:defRPr>
                <a:solidFill>
                  <a:schemeClr val="dk1"/>
                </a:solidFill>
                <a:latin typeface="Quicksand"/>
                <a:ea typeface="Quicksand"/>
                <a:cs typeface="Quicksand"/>
                <a:sym typeface="Quicksa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8" r:id="rId6"/>
    <p:sldLayoutId id="2147483666" r:id="rId7"/>
    <p:sldLayoutId id="2147483667" r:id="rId8"/>
    <p:sldLayoutId id="2147483668" r:id="rId9"/>
    <p:sldLayoutId id="2147483671" r:id="rId10"/>
    <p:sldLayoutId id="2147483706" r:id="rId11"/>
    <p:sldLayoutId id="2147483707" r:id="rId12"/>
    <p:sldLayoutId id="2147483708" r:id="rId13"/>
    <p:sldLayoutId id="214748370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hyperlink" Target="https://www.pngall.com/checklist-png/"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www.geeksforgeeks.org/polymorphism-in-java/"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hyperlink" Target="https://www.javatpoint.com/compile-time-polymorphism-in-java" TargetMode="External"/><Relationship Id="rId5" Type="http://schemas.openxmlformats.org/officeDocument/2006/relationships/hyperlink" Target="https://chat.openai.com/c/2af23aeb-5f9a-4dc6-817b-f876758af42f" TargetMode="External"/><Relationship Id="rId4" Type="http://schemas.openxmlformats.org/officeDocument/2006/relationships/hyperlink" Target="https://www.codingninjas.com/studio/library/what-are-the-features-of-object-oriented-programmin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grpSp>
        <p:nvGrpSpPr>
          <p:cNvPr id="1212" name="Google Shape;1212;p69"/>
          <p:cNvGrpSpPr/>
          <p:nvPr/>
        </p:nvGrpSpPr>
        <p:grpSpPr>
          <a:xfrm>
            <a:off x="4985306" y="1282487"/>
            <a:ext cx="3427498" cy="2662014"/>
            <a:chOff x="4985306" y="1282487"/>
            <a:chExt cx="3427498" cy="2662014"/>
          </a:xfrm>
        </p:grpSpPr>
        <p:sp>
          <p:nvSpPr>
            <p:cNvPr id="1213" name="Google Shape;1213;p69"/>
            <p:cNvSpPr/>
            <p:nvPr/>
          </p:nvSpPr>
          <p:spPr>
            <a:xfrm>
              <a:off x="5044568" y="1717313"/>
              <a:ext cx="3151960" cy="2106720"/>
            </a:xfrm>
            <a:custGeom>
              <a:avLst/>
              <a:gdLst/>
              <a:ahLst/>
              <a:cxnLst/>
              <a:rect l="l" t="t" r="r" b="b"/>
              <a:pathLst>
                <a:path w="147116" h="98330" extrusionOk="0">
                  <a:moveTo>
                    <a:pt x="1490" y="0"/>
                  </a:moveTo>
                  <a:cubicBezTo>
                    <a:pt x="669" y="0"/>
                    <a:pt x="0" y="638"/>
                    <a:pt x="0" y="1489"/>
                  </a:cubicBezTo>
                  <a:lnTo>
                    <a:pt x="0" y="2979"/>
                  </a:lnTo>
                  <a:lnTo>
                    <a:pt x="0" y="96932"/>
                  </a:lnTo>
                  <a:cubicBezTo>
                    <a:pt x="0" y="97722"/>
                    <a:pt x="639" y="98330"/>
                    <a:pt x="1399" y="98330"/>
                  </a:cubicBezTo>
                  <a:lnTo>
                    <a:pt x="145657" y="98330"/>
                  </a:lnTo>
                  <a:cubicBezTo>
                    <a:pt x="146447" y="98330"/>
                    <a:pt x="147055" y="97691"/>
                    <a:pt x="147055" y="96932"/>
                  </a:cubicBezTo>
                  <a:lnTo>
                    <a:pt x="147055" y="2979"/>
                  </a:lnTo>
                  <a:lnTo>
                    <a:pt x="147055" y="1489"/>
                  </a:lnTo>
                  <a:cubicBezTo>
                    <a:pt x="147116" y="638"/>
                    <a:pt x="146477" y="0"/>
                    <a:pt x="145626" y="0"/>
                  </a:cubicBezTo>
                  <a:close/>
                </a:path>
              </a:pathLst>
            </a:custGeom>
            <a:gradFill>
              <a:gsLst>
                <a:gs pos="0">
                  <a:schemeClr val="lt1"/>
                </a:gs>
                <a:gs pos="100000">
                  <a:srgbClr val="66BEE9">
                    <a:alpha val="34509"/>
                  </a:srgbClr>
                </a:gs>
              </a:gsLst>
              <a:lin ang="5400012" scaled="0"/>
            </a:gradFill>
            <a:ln>
              <a:noFill/>
            </a:ln>
            <a:effectLst>
              <a:outerShdw blurRad="57150" dist="3810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69"/>
            <p:cNvSpPr/>
            <p:nvPr/>
          </p:nvSpPr>
          <p:spPr>
            <a:xfrm>
              <a:off x="4985949" y="1711443"/>
              <a:ext cx="3151318" cy="2043559"/>
            </a:xfrm>
            <a:custGeom>
              <a:avLst/>
              <a:gdLst/>
              <a:ahLst/>
              <a:cxnLst/>
              <a:rect l="l" t="t" r="r" b="b"/>
              <a:pathLst>
                <a:path w="147086" h="95382" extrusionOk="0">
                  <a:moveTo>
                    <a:pt x="1" y="1"/>
                  </a:moveTo>
                  <a:lnTo>
                    <a:pt x="1" y="93984"/>
                  </a:lnTo>
                  <a:cubicBezTo>
                    <a:pt x="1" y="94744"/>
                    <a:pt x="609" y="95382"/>
                    <a:pt x="1399" y="95382"/>
                  </a:cubicBezTo>
                  <a:lnTo>
                    <a:pt x="145627" y="95382"/>
                  </a:lnTo>
                  <a:cubicBezTo>
                    <a:pt x="146417" y="95382"/>
                    <a:pt x="147086" y="94774"/>
                    <a:pt x="147086" y="93984"/>
                  </a:cubicBezTo>
                  <a:lnTo>
                    <a:pt x="147086" y="1"/>
                  </a:lnTo>
                  <a:close/>
                </a:path>
              </a:pathLst>
            </a:custGeom>
            <a:solidFill>
              <a:schemeClr val="lt1"/>
            </a:soli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9"/>
            <p:cNvSpPr/>
            <p:nvPr/>
          </p:nvSpPr>
          <p:spPr>
            <a:xfrm>
              <a:off x="4985306" y="1648282"/>
              <a:ext cx="3151960" cy="63182"/>
            </a:xfrm>
            <a:custGeom>
              <a:avLst/>
              <a:gdLst/>
              <a:ahLst/>
              <a:cxnLst/>
              <a:rect l="l" t="t" r="r" b="b"/>
              <a:pathLst>
                <a:path w="147116" h="2949" extrusionOk="0">
                  <a:moveTo>
                    <a:pt x="1459" y="0"/>
                  </a:moveTo>
                  <a:cubicBezTo>
                    <a:pt x="639" y="0"/>
                    <a:pt x="0" y="669"/>
                    <a:pt x="0" y="1490"/>
                  </a:cubicBezTo>
                  <a:lnTo>
                    <a:pt x="0" y="2949"/>
                  </a:lnTo>
                  <a:lnTo>
                    <a:pt x="147116" y="2949"/>
                  </a:lnTo>
                  <a:lnTo>
                    <a:pt x="147116" y="1490"/>
                  </a:lnTo>
                  <a:cubicBezTo>
                    <a:pt x="147116" y="638"/>
                    <a:pt x="146417" y="0"/>
                    <a:pt x="145626" y="0"/>
                  </a:cubicBezTo>
                  <a:close/>
                </a:path>
              </a:pathLst>
            </a:custGeom>
            <a:solidFill>
              <a:schemeClr val="lt1"/>
            </a:solidFill>
            <a:ln>
              <a:noFill/>
            </a:ln>
            <a:effectLst>
              <a:outerShdw blurRad="57150" dist="19050" dir="5460000" algn="bl" rotWithShape="0">
                <a:schemeClr val="dk1">
                  <a:alpha val="15000"/>
                </a:schemeClr>
              </a:outerShdw>
              <a:reflection stA="10000" endPos="24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69"/>
            <p:cNvSpPr/>
            <p:nvPr/>
          </p:nvSpPr>
          <p:spPr>
            <a:xfrm>
              <a:off x="5026335" y="1674313"/>
              <a:ext cx="18254" cy="17611"/>
            </a:xfrm>
            <a:custGeom>
              <a:avLst/>
              <a:gdLst/>
              <a:ahLst/>
              <a:cxnLst/>
              <a:rect l="l" t="t" r="r" b="b"/>
              <a:pathLst>
                <a:path w="852" h="822" extrusionOk="0">
                  <a:moveTo>
                    <a:pt x="426" y="1"/>
                  </a:moveTo>
                  <a:cubicBezTo>
                    <a:pt x="183" y="1"/>
                    <a:pt x="0" y="183"/>
                    <a:pt x="0" y="427"/>
                  </a:cubicBezTo>
                  <a:cubicBezTo>
                    <a:pt x="0" y="639"/>
                    <a:pt x="183" y="822"/>
                    <a:pt x="426" y="822"/>
                  </a:cubicBezTo>
                  <a:cubicBezTo>
                    <a:pt x="669" y="822"/>
                    <a:pt x="851" y="639"/>
                    <a:pt x="851" y="427"/>
                  </a:cubicBezTo>
                  <a:cubicBezTo>
                    <a:pt x="851" y="183"/>
                    <a:pt x="669" y="1"/>
                    <a:pt x="426" y="1"/>
                  </a:cubicBezTo>
                  <a:close/>
                </a:path>
              </a:pathLst>
            </a:custGeom>
            <a:solidFill>
              <a:srgbClr val="8859F7"/>
            </a:solidFill>
            <a:ln>
              <a:noFill/>
            </a:ln>
            <a:effectLst>
              <a:outerShdw blurRad="57150" dist="19050" dir="5460000" algn="bl" rotWithShape="0">
                <a:schemeClr val="dk1">
                  <a:alpha val="15000"/>
                </a:schemeClr>
              </a:outerShdw>
              <a:reflection stA="10000" endPos="24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9"/>
            <p:cNvSpPr/>
            <p:nvPr/>
          </p:nvSpPr>
          <p:spPr>
            <a:xfrm>
              <a:off x="5071263" y="1674313"/>
              <a:ext cx="18254" cy="17611"/>
            </a:xfrm>
            <a:custGeom>
              <a:avLst/>
              <a:gdLst/>
              <a:ahLst/>
              <a:cxnLst/>
              <a:rect l="l" t="t" r="r" b="b"/>
              <a:pathLst>
                <a:path w="852" h="822" extrusionOk="0">
                  <a:moveTo>
                    <a:pt x="426" y="1"/>
                  </a:moveTo>
                  <a:cubicBezTo>
                    <a:pt x="183" y="1"/>
                    <a:pt x="1" y="183"/>
                    <a:pt x="1" y="427"/>
                  </a:cubicBezTo>
                  <a:cubicBezTo>
                    <a:pt x="1" y="639"/>
                    <a:pt x="183" y="822"/>
                    <a:pt x="426" y="822"/>
                  </a:cubicBezTo>
                  <a:cubicBezTo>
                    <a:pt x="639" y="822"/>
                    <a:pt x="852" y="639"/>
                    <a:pt x="852" y="427"/>
                  </a:cubicBezTo>
                  <a:cubicBezTo>
                    <a:pt x="852" y="183"/>
                    <a:pt x="639" y="1"/>
                    <a:pt x="426" y="1"/>
                  </a:cubicBezTo>
                  <a:close/>
                </a:path>
              </a:pathLst>
            </a:custGeom>
            <a:solidFill>
              <a:srgbClr val="8859F7"/>
            </a:solidFill>
            <a:ln>
              <a:noFill/>
            </a:ln>
            <a:effectLst>
              <a:outerShdw blurRad="57150" dist="19050" dir="5460000" algn="bl" rotWithShape="0">
                <a:schemeClr val="dk1">
                  <a:alpha val="15000"/>
                </a:schemeClr>
              </a:outerShdw>
              <a:reflection stA="10000" endPos="24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69"/>
            <p:cNvSpPr/>
            <p:nvPr/>
          </p:nvSpPr>
          <p:spPr>
            <a:xfrm>
              <a:off x="5116192" y="1674313"/>
              <a:ext cx="17611" cy="17611"/>
            </a:xfrm>
            <a:custGeom>
              <a:avLst/>
              <a:gdLst/>
              <a:ahLst/>
              <a:cxnLst/>
              <a:rect l="l" t="t" r="r" b="b"/>
              <a:pathLst>
                <a:path w="822" h="822" extrusionOk="0">
                  <a:moveTo>
                    <a:pt x="427" y="1"/>
                  </a:moveTo>
                  <a:cubicBezTo>
                    <a:pt x="183" y="1"/>
                    <a:pt x="1" y="183"/>
                    <a:pt x="1" y="427"/>
                  </a:cubicBezTo>
                  <a:cubicBezTo>
                    <a:pt x="1" y="639"/>
                    <a:pt x="183" y="822"/>
                    <a:pt x="427" y="822"/>
                  </a:cubicBezTo>
                  <a:cubicBezTo>
                    <a:pt x="639" y="822"/>
                    <a:pt x="822" y="639"/>
                    <a:pt x="822" y="427"/>
                  </a:cubicBezTo>
                  <a:cubicBezTo>
                    <a:pt x="822" y="183"/>
                    <a:pt x="639" y="1"/>
                    <a:pt x="427" y="1"/>
                  </a:cubicBezTo>
                  <a:close/>
                </a:path>
              </a:pathLst>
            </a:custGeom>
            <a:solidFill>
              <a:srgbClr val="8859F7"/>
            </a:solidFill>
            <a:ln>
              <a:noFill/>
            </a:ln>
            <a:effectLst>
              <a:outerShdw blurRad="57150" dist="19050" dir="5460000" algn="bl" rotWithShape="0">
                <a:schemeClr val="dk1">
                  <a:alpha val="15000"/>
                </a:schemeClr>
              </a:outerShdw>
              <a:reflection stA="10000" endPos="24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69"/>
            <p:cNvSpPr/>
            <p:nvPr/>
          </p:nvSpPr>
          <p:spPr>
            <a:xfrm>
              <a:off x="5053706" y="1787625"/>
              <a:ext cx="3014540" cy="1892492"/>
            </a:xfrm>
            <a:custGeom>
              <a:avLst/>
              <a:gdLst/>
              <a:ahLst/>
              <a:cxnLst/>
              <a:rect l="l" t="t" r="r" b="b"/>
              <a:pathLst>
                <a:path w="140702" h="88331" extrusionOk="0">
                  <a:moveTo>
                    <a:pt x="0" y="1"/>
                  </a:moveTo>
                  <a:lnTo>
                    <a:pt x="0" y="88330"/>
                  </a:lnTo>
                  <a:lnTo>
                    <a:pt x="140702" y="88330"/>
                  </a:lnTo>
                  <a:lnTo>
                    <a:pt x="140702" y="1"/>
                  </a:lnTo>
                  <a:close/>
                </a:path>
              </a:pathLst>
            </a:custGeom>
            <a:gradFill>
              <a:gsLst>
                <a:gs pos="0">
                  <a:schemeClr val="lt1"/>
                </a:gs>
                <a:gs pos="100000">
                  <a:srgbClr val="66BEE9">
                    <a:alpha val="34509"/>
                  </a:srgbClr>
                </a:gs>
              </a:gsLst>
              <a:lin ang="5400012" scaled="0"/>
            </a:gra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0" name="Google Shape;1220;p69"/>
            <p:cNvGrpSpPr/>
            <p:nvPr/>
          </p:nvGrpSpPr>
          <p:grpSpPr>
            <a:xfrm>
              <a:off x="6414630" y="3150775"/>
              <a:ext cx="707500" cy="356921"/>
              <a:chOff x="2317875" y="3150775"/>
              <a:chExt cx="707500" cy="356921"/>
            </a:xfrm>
          </p:grpSpPr>
          <p:sp>
            <p:nvSpPr>
              <p:cNvPr id="1221" name="Google Shape;1221;p69"/>
              <p:cNvSpPr/>
              <p:nvPr/>
            </p:nvSpPr>
            <p:spPr>
              <a:xfrm>
                <a:off x="2317875" y="3150775"/>
                <a:ext cx="707500" cy="356921"/>
              </a:xfrm>
              <a:custGeom>
                <a:avLst/>
                <a:gdLst/>
                <a:ahLst/>
                <a:cxnLst/>
                <a:rect l="l" t="t" r="r" b="b"/>
                <a:pathLst>
                  <a:path w="28300" h="28299" extrusionOk="0">
                    <a:moveTo>
                      <a:pt x="25260" y="28298"/>
                    </a:moveTo>
                    <a:lnTo>
                      <a:pt x="3040" y="28298"/>
                    </a:lnTo>
                    <a:cubicBezTo>
                      <a:pt x="1369" y="28298"/>
                      <a:pt x="1" y="26931"/>
                      <a:pt x="1" y="25259"/>
                    </a:cubicBezTo>
                    <a:lnTo>
                      <a:pt x="1" y="3040"/>
                    </a:lnTo>
                    <a:cubicBezTo>
                      <a:pt x="1" y="1368"/>
                      <a:pt x="1369" y="0"/>
                      <a:pt x="3040" y="0"/>
                    </a:cubicBezTo>
                    <a:lnTo>
                      <a:pt x="25260" y="0"/>
                    </a:lnTo>
                    <a:cubicBezTo>
                      <a:pt x="26931" y="0"/>
                      <a:pt x="28299" y="1368"/>
                      <a:pt x="28299" y="3040"/>
                    </a:cubicBezTo>
                    <a:lnTo>
                      <a:pt x="28299" y="25259"/>
                    </a:lnTo>
                    <a:cubicBezTo>
                      <a:pt x="28299" y="26931"/>
                      <a:pt x="26931" y="28298"/>
                      <a:pt x="25260" y="28298"/>
                    </a:cubicBezTo>
                    <a:close/>
                  </a:path>
                </a:pathLst>
              </a:custGeom>
              <a:gradFill>
                <a:gsLst>
                  <a:gs pos="0">
                    <a:schemeClr val="lt1"/>
                  </a:gs>
                  <a:gs pos="100000">
                    <a:srgbClr val="F9F8FF">
                      <a:alpha val="86666"/>
                    </a:srgbClr>
                  </a:gs>
                </a:gsLst>
                <a:lin ang="5400700" scaled="0"/>
              </a:gradFill>
              <a:ln>
                <a:noFill/>
              </a:ln>
              <a:effectLst>
                <a:outerShdw blurRad="57150" dist="28575"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2" name="Google Shape;1222;p69"/>
              <p:cNvGrpSpPr/>
              <p:nvPr/>
            </p:nvGrpSpPr>
            <p:grpSpPr>
              <a:xfrm>
                <a:off x="2415693" y="3236562"/>
                <a:ext cx="471900" cy="95000"/>
                <a:chOff x="5088750" y="3020450"/>
                <a:chExt cx="471900" cy="95000"/>
              </a:xfrm>
            </p:grpSpPr>
            <p:sp>
              <p:nvSpPr>
                <p:cNvPr id="1223" name="Google Shape;1223;p69"/>
                <p:cNvSpPr/>
                <p:nvPr/>
              </p:nvSpPr>
              <p:spPr>
                <a:xfrm>
                  <a:off x="5088750" y="3020450"/>
                  <a:ext cx="95000" cy="95000"/>
                </a:xfrm>
                <a:custGeom>
                  <a:avLst/>
                  <a:gdLst/>
                  <a:ahLst/>
                  <a:cxnLst/>
                  <a:rect l="l" t="t" r="r" b="b"/>
                  <a:pathLst>
                    <a:path w="3800" h="3800" extrusionOk="0">
                      <a:moveTo>
                        <a:pt x="1885" y="0"/>
                      </a:moveTo>
                      <a:cubicBezTo>
                        <a:pt x="821" y="0"/>
                        <a:pt x="0" y="821"/>
                        <a:pt x="0" y="1885"/>
                      </a:cubicBezTo>
                      <a:cubicBezTo>
                        <a:pt x="0" y="2949"/>
                        <a:pt x="821" y="3800"/>
                        <a:pt x="1885" y="3800"/>
                      </a:cubicBezTo>
                      <a:cubicBezTo>
                        <a:pt x="2948" y="3800"/>
                        <a:pt x="3800" y="2949"/>
                        <a:pt x="3800" y="1885"/>
                      </a:cubicBezTo>
                      <a:cubicBezTo>
                        <a:pt x="3800" y="821"/>
                        <a:pt x="2918" y="0"/>
                        <a:pt x="1885" y="0"/>
                      </a:cubicBezTo>
                      <a:close/>
                    </a:path>
                  </a:pathLst>
                </a:custGeom>
                <a:solidFill>
                  <a:schemeClr val="lt1"/>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69"/>
                <p:cNvSpPr/>
                <p:nvPr/>
              </p:nvSpPr>
              <p:spPr>
                <a:xfrm>
                  <a:off x="5225525" y="3031850"/>
                  <a:ext cx="335125" cy="22825"/>
                </a:xfrm>
                <a:custGeom>
                  <a:avLst/>
                  <a:gdLst/>
                  <a:ahLst/>
                  <a:cxnLst/>
                  <a:rect l="l" t="t" r="r" b="b"/>
                  <a:pathLst>
                    <a:path w="13405" h="913" extrusionOk="0">
                      <a:moveTo>
                        <a:pt x="426" y="0"/>
                      </a:moveTo>
                      <a:cubicBezTo>
                        <a:pt x="183" y="0"/>
                        <a:pt x="0" y="183"/>
                        <a:pt x="0" y="426"/>
                      </a:cubicBezTo>
                      <a:lnTo>
                        <a:pt x="0" y="487"/>
                      </a:lnTo>
                      <a:cubicBezTo>
                        <a:pt x="0" y="730"/>
                        <a:pt x="183" y="912"/>
                        <a:pt x="426" y="912"/>
                      </a:cubicBezTo>
                      <a:lnTo>
                        <a:pt x="12979" y="912"/>
                      </a:lnTo>
                      <a:cubicBezTo>
                        <a:pt x="13222" y="912"/>
                        <a:pt x="13405" y="730"/>
                        <a:pt x="13405" y="487"/>
                      </a:cubicBezTo>
                      <a:lnTo>
                        <a:pt x="13405" y="426"/>
                      </a:lnTo>
                      <a:cubicBezTo>
                        <a:pt x="13405" y="183"/>
                        <a:pt x="13222" y="0"/>
                        <a:pt x="12979" y="0"/>
                      </a:cubicBezTo>
                      <a:close/>
                    </a:path>
                  </a:pathLst>
                </a:custGeom>
                <a:solidFill>
                  <a:schemeClr val="lt1"/>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69"/>
                <p:cNvSpPr/>
                <p:nvPr/>
              </p:nvSpPr>
              <p:spPr>
                <a:xfrm>
                  <a:off x="5225525" y="3086550"/>
                  <a:ext cx="186950" cy="22825"/>
                </a:xfrm>
                <a:custGeom>
                  <a:avLst/>
                  <a:gdLst/>
                  <a:ahLst/>
                  <a:cxnLst/>
                  <a:rect l="l" t="t" r="r" b="b"/>
                  <a:pathLst>
                    <a:path w="7478" h="913" extrusionOk="0">
                      <a:moveTo>
                        <a:pt x="426" y="1"/>
                      </a:moveTo>
                      <a:cubicBezTo>
                        <a:pt x="183" y="1"/>
                        <a:pt x="0" y="183"/>
                        <a:pt x="0" y="426"/>
                      </a:cubicBezTo>
                      <a:lnTo>
                        <a:pt x="0" y="517"/>
                      </a:lnTo>
                      <a:cubicBezTo>
                        <a:pt x="0" y="730"/>
                        <a:pt x="183" y="913"/>
                        <a:pt x="426" y="913"/>
                      </a:cubicBezTo>
                      <a:lnTo>
                        <a:pt x="7052" y="913"/>
                      </a:lnTo>
                      <a:cubicBezTo>
                        <a:pt x="7295" y="913"/>
                        <a:pt x="7478" y="730"/>
                        <a:pt x="7478" y="517"/>
                      </a:cubicBezTo>
                      <a:lnTo>
                        <a:pt x="7478" y="426"/>
                      </a:lnTo>
                      <a:cubicBezTo>
                        <a:pt x="7478" y="183"/>
                        <a:pt x="7295" y="1"/>
                        <a:pt x="7052" y="1"/>
                      </a:cubicBezTo>
                      <a:close/>
                    </a:path>
                  </a:pathLst>
                </a:custGeom>
                <a:solidFill>
                  <a:schemeClr val="lt1"/>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69"/>
                <p:cNvSpPr/>
                <p:nvPr/>
              </p:nvSpPr>
              <p:spPr>
                <a:xfrm>
                  <a:off x="5434500" y="3086550"/>
                  <a:ext cx="53975" cy="22825"/>
                </a:xfrm>
                <a:custGeom>
                  <a:avLst/>
                  <a:gdLst/>
                  <a:ahLst/>
                  <a:cxnLst/>
                  <a:rect l="l" t="t" r="r" b="b"/>
                  <a:pathLst>
                    <a:path w="2159" h="913" extrusionOk="0">
                      <a:moveTo>
                        <a:pt x="456" y="1"/>
                      </a:moveTo>
                      <a:cubicBezTo>
                        <a:pt x="183" y="1"/>
                        <a:pt x="0" y="244"/>
                        <a:pt x="0" y="457"/>
                      </a:cubicBezTo>
                      <a:cubicBezTo>
                        <a:pt x="0" y="730"/>
                        <a:pt x="213" y="913"/>
                        <a:pt x="456" y="913"/>
                      </a:cubicBezTo>
                      <a:lnTo>
                        <a:pt x="1702" y="913"/>
                      </a:lnTo>
                      <a:cubicBezTo>
                        <a:pt x="1945" y="913"/>
                        <a:pt x="2128" y="730"/>
                        <a:pt x="2158" y="457"/>
                      </a:cubicBezTo>
                      <a:cubicBezTo>
                        <a:pt x="2158" y="214"/>
                        <a:pt x="1945" y="1"/>
                        <a:pt x="1702" y="1"/>
                      </a:cubicBezTo>
                      <a:close/>
                    </a:path>
                  </a:pathLst>
                </a:custGeom>
                <a:solidFill>
                  <a:schemeClr val="lt1"/>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7" name="Google Shape;1227;p69"/>
            <p:cNvGrpSpPr/>
            <p:nvPr/>
          </p:nvGrpSpPr>
          <p:grpSpPr>
            <a:xfrm>
              <a:off x="7199580" y="3150775"/>
              <a:ext cx="707500" cy="356921"/>
              <a:chOff x="3102825" y="3150775"/>
              <a:chExt cx="707500" cy="356921"/>
            </a:xfrm>
          </p:grpSpPr>
          <p:sp>
            <p:nvSpPr>
              <p:cNvPr id="1228" name="Google Shape;1228;p69"/>
              <p:cNvSpPr/>
              <p:nvPr/>
            </p:nvSpPr>
            <p:spPr>
              <a:xfrm>
                <a:off x="3102825" y="3150775"/>
                <a:ext cx="707500" cy="356921"/>
              </a:xfrm>
              <a:custGeom>
                <a:avLst/>
                <a:gdLst/>
                <a:ahLst/>
                <a:cxnLst/>
                <a:rect l="l" t="t" r="r" b="b"/>
                <a:pathLst>
                  <a:path w="28300" h="28299" extrusionOk="0">
                    <a:moveTo>
                      <a:pt x="25260" y="28298"/>
                    </a:moveTo>
                    <a:lnTo>
                      <a:pt x="3040" y="28298"/>
                    </a:lnTo>
                    <a:cubicBezTo>
                      <a:pt x="1369" y="28298"/>
                      <a:pt x="1" y="26931"/>
                      <a:pt x="1" y="25259"/>
                    </a:cubicBezTo>
                    <a:lnTo>
                      <a:pt x="1" y="3040"/>
                    </a:lnTo>
                    <a:cubicBezTo>
                      <a:pt x="1" y="1368"/>
                      <a:pt x="1369" y="0"/>
                      <a:pt x="3040" y="0"/>
                    </a:cubicBezTo>
                    <a:lnTo>
                      <a:pt x="25260" y="0"/>
                    </a:lnTo>
                    <a:cubicBezTo>
                      <a:pt x="26931" y="0"/>
                      <a:pt x="28299" y="1368"/>
                      <a:pt x="28299" y="3040"/>
                    </a:cubicBezTo>
                    <a:lnTo>
                      <a:pt x="28299" y="25259"/>
                    </a:lnTo>
                    <a:cubicBezTo>
                      <a:pt x="28299" y="26931"/>
                      <a:pt x="26931" y="28298"/>
                      <a:pt x="25260" y="28298"/>
                    </a:cubicBezTo>
                    <a:close/>
                  </a:path>
                </a:pathLst>
              </a:custGeom>
              <a:gradFill>
                <a:gsLst>
                  <a:gs pos="0">
                    <a:schemeClr val="lt1"/>
                  </a:gs>
                  <a:gs pos="100000">
                    <a:srgbClr val="F9F8FF">
                      <a:alpha val="86666"/>
                    </a:srgbClr>
                  </a:gs>
                </a:gsLst>
                <a:lin ang="5400700" scaled="0"/>
              </a:gradFill>
              <a:ln>
                <a:noFill/>
              </a:ln>
              <a:effectLst>
                <a:outerShdw blurRad="57150" dist="28575"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69"/>
              <p:cNvSpPr/>
              <p:nvPr/>
            </p:nvSpPr>
            <p:spPr>
              <a:xfrm>
                <a:off x="3176913" y="3409013"/>
                <a:ext cx="266750" cy="40300"/>
              </a:xfrm>
              <a:custGeom>
                <a:avLst/>
                <a:gdLst/>
                <a:ahLst/>
                <a:cxnLst/>
                <a:rect l="l" t="t" r="r" b="b"/>
                <a:pathLst>
                  <a:path w="10670" h="1612" extrusionOk="0">
                    <a:moveTo>
                      <a:pt x="791" y="1"/>
                    </a:moveTo>
                    <a:cubicBezTo>
                      <a:pt x="335" y="1"/>
                      <a:pt x="1" y="396"/>
                      <a:pt x="1" y="822"/>
                    </a:cubicBezTo>
                    <a:cubicBezTo>
                      <a:pt x="1" y="1278"/>
                      <a:pt x="366" y="1612"/>
                      <a:pt x="791" y="1612"/>
                    </a:cubicBezTo>
                    <a:lnTo>
                      <a:pt x="9880" y="1612"/>
                    </a:lnTo>
                    <a:cubicBezTo>
                      <a:pt x="10305" y="1612"/>
                      <a:pt x="10670" y="1247"/>
                      <a:pt x="10670" y="822"/>
                    </a:cubicBezTo>
                    <a:cubicBezTo>
                      <a:pt x="10670" y="366"/>
                      <a:pt x="10305" y="1"/>
                      <a:pt x="9880" y="1"/>
                    </a:cubicBezTo>
                    <a:close/>
                  </a:path>
                </a:pathLst>
              </a:custGeom>
              <a:solidFill>
                <a:schemeClr val="lt1"/>
              </a:solidFill>
              <a:ln>
                <a:noFill/>
              </a:ln>
              <a:effectLst>
                <a:outerShdw blurRad="57150" dist="190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69"/>
              <p:cNvSpPr/>
              <p:nvPr/>
            </p:nvSpPr>
            <p:spPr>
              <a:xfrm>
                <a:off x="3176163" y="3209163"/>
                <a:ext cx="560825" cy="39550"/>
              </a:xfrm>
              <a:custGeom>
                <a:avLst/>
                <a:gdLst/>
                <a:ahLst/>
                <a:cxnLst/>
                <a:rect l="l" t="t" r="r" b="b"/>
                <a:pathLst>
                  <a:path w="22433" h="1582" extrusionOk="0">
                    <a:moveTo>
                      <a:pt x="791" y="1"/>
                    </a:moveTo>
                    <a:cubicBezTo>
                      <a:pt x="335" y="1"/>
                      <a:pt x="1" y="366"/>
                      <a:pt x="1" y="791"/>
                    </a:cubicBezTo>
                    <a:cubicBezTo>
                      <a:pt x="1" y="1247"/>
                      <a:pt x="365" y="1581"/>
                      <a:pt x="791" y="1581"/>
                    </a:cubicBezTo>
                    <a:lnTo>
                      <a:pt x="21642" y="1581"/>
                    </a:lnTo>
                    <a:cubicBezTo>
                      <a:pt x="22098" y="1581"/>
                      <a:pt x="22433" y="1247"/>
                      <a:pt x="22433" y="791"/>
                    </a:cubicBezTo>
                    <a:cubicBezTo>
                      <a:pt x="22433" y="335"/>
                      <a:pt x="22068" y="1"/>
                      <a:pt x="21642" y="1"/>
                    </a:cubicBezTo>
                    <a:close/>
                  </a:path>
                </a:pathLst>
              </a:custGeom>
              <a:solidFill>
                <a:schemeClr val="lt1"/>
              </a:solidFill>
              <a:ln>
                <a:noFill/>
              </a:ln>
              <a:effectLst>
                <a:outerShdw blurRad="57150" dist="190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69"/>
              <p:cNvSpPr/>
              <p:nvPr/>
            </p:nvSpPr>
            <p:spPr>
              <a:xfrm>
                <a:off x="3176163" y="3308713"/>
                <a:ext cx="560825" cy="40300"/>
              </a:xfrm>
              <a:custGeom>
                <a:avLst/>
                <a:gdLst/>
                <a:ahLst/>
                <a:cxnLst/>
                <a:rect l="l" t="t" r="r" b="b"/>
                <a:pathLst>
                  <a:path w="22433" h="1612" extrusionOk="0">
                    <a:moveTo>
                      <a:pt x="791" y="1"/>
                    </a:moveTo>
                    <a:cubicBezTo>
                      <a:pt x="335" y="1"/>
                      <a:pt x="1" y="365"/>
                      <a:pt x="1" y="791"/>
                    </a:cubicBezTo>
                    <a:cubicBezTo>
                      <a:pt x="1" y="1247"/>
                      <a:pt x="365" y="1612"/>
                      <a:pt x="791" y="1612"/>
                    </a:cubicBezTo>
                    <a:lnTo>
                      <a:pt x="21642" y="1612"/>
                    </a:lnTo>
                    <a:cubicBezTo>
                      <a:pt x="22098" y="1612"/>
                      <a:pt x="22433" y="1247"/>
                      <a:pt x="22433" y="791"/>
                    </a:cubicBezTo>
                    <a:cubicBezTo>
                      <a:pt x="22433" y="335"/>
                      <a:pt x="22068" y="1"/>
                      <a:pt x="21642" y="1"/>
                    </a:cubicBezTo>
                    <a:close/>
                  </a:path>
                </a:pathLst>
              </a:custGeom>
              <a:solidFill>
                <a:schemeClr val="lt1"/>
              </a:solidFill>
              <a:ln>
                <a:noFill/>
              </a:ln>
              <a:effectLst>
                <a:outerShdw blurRad="57150" dist="190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2" name="Google Shape;1232;p69"/>
            <p:cNvGrpSpPr/>
            <p:nvPr/>
          </p:nvGrpSpPr>
          <p:grpSpPr>
            <a:xfrm>
              <a:off x="6414640" y="2097213"/>
              <a:ext cx="1514782" cy="1006855"/>
              <a:chOff x="4981963" y="3755000"/>
              <a:chExt cx="1001575" cy="735575"/>
            </a:xfrm>
          </p:grpSpPr>
          <p:sp>
            <p:nvSpPr>
              <p:cNvPr id="1233" name="Google Shape;1233;p69"/>
              <p:cNvSpPr/>
              <p:nvPr/>
            </p:nvSpPr>
            <p:spPr>
              <a:xfrm>
                <a:off x="4981963" y="3755000"/>
                <a:ext cx="1001575" cy="735575"/>
              </a:xfrm>
              <a:custGeom>
                <a:avLst/>
                <a:gdLst/>
                <a:ahLst/>
                <a:cxnLst/>
                <a:rect l="l" t="t" r="r" b="b"/>
                <a:pathLst>
                  <a:path w="40063" h="29423" extrusionOk="0">
                    <a:moveTo>
                      <a:pt x="1916" y="0"/>
                    </a:moveTo>
                    <a:cubicBezTo>
                      <a:pt x="852" y="0"/>
                      <a:pt x="1" y="882"/>
                      <a:pt x="1" y="1945"/>
                    </a:cubicBezTo>
                    <a:lnTo>
                      <a:pt x="1" y="27478"/>
                    </a:lnTo>
                    <a:cubicBezTo>
                      <a:pt x="1" y="28541"/>
                      <a:pt x="852" y="29423"/>
                      <a:pt x="1916" y="29423"/>
                    </a:cubicBezTo>
                    <a:lnTo>
                      <a:pt x="38148" y="29423"/>
                    </a:lnTo>
                    <a:cubicBezTo>
                      <a:pt x="39211" y="29423"/>
                      <a:pt x="40063" y="28541"/>
                      <a:pt x="40063" y="27478"/>
                    </a:cubicBezTo>
                    <a:lnTo>
                      <a:pt x="40063" y="1976"/>
                    </a:lnTo>
                    <a:cubicBezTo>
                      <a:pt x="40063" y="882"/>
                      <a:pt x="39211" y="0"/>
                      <a:pt x="38148" y="0"/>
                    </a:cubicBezTo>
                    <a:close/>
                  </a:path>
                </a:pathLst>
              </a:custGeom>
              <a:solidFill>
                <a:schemeClr val="dk2"/>
              </a:solidFill>
              <a:ln>
                <a:noFill/>
              </a:ln>
              <a:effectLst>
                <a:outerShdw blurRad="57150" dist="76200"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69"/>
              <p:cNvSpPr/>
              <p:nvPr/>
            </p:nvSpPr>
            <p:spPr>
              <a:xfrm>
                <a:off x="5092913" y="4207125"/>
                <a:ext cx="779675" cy="30425"/>
              </a:xfrm>
              <a:custGeom>
                <a:avLst/>
                <a:gdLst/>
                <a:ahLst/>
                <a:cxnLst/>
                <a:rect l="l" t="t" r="r" b="b"/>
                <a:pathLst>
                  <a:path w="31187" h="1217" extrusionOk="0">
                    <a:moveTo>
                      <a:pt x="609" y="0"/>
                    </a:moveTo>
                    <a:cubicBezTo>
                      <a:pt x="274" y="0"/>
                      <a:pt x="1" y="274"/>
                      <a:pt x="1" y="608"/>
                    </a:cubicBezTo>
                    <a:cubicBezTo>
                      <a:pt x="1" y="973"/>
                      <a:pt x="274" y="1216"/>
                      <a:pt x="609" y="1216"/>
                    </a:cubicBezTo>
                    <a:lnTo>
                      <a:pt x="30579" y="1216"/>
                    </a:lnTo>
                    <a:cubicBezTo>
                      <a:pt x="30913" y="1216"/>
                      <a:pt x="31187" y="973"/>
                      <a:pt x="31187" y="608"/>
                    </a:cubicBezTo>
                    <a:cubicBezTo>
                      <a:pt x="31187" y="274"/>
                      <a:pt x="30913" y="0"/>
                      <a:pt x="30579" y="0"/>
                    </a:cubicBezTo>
                    <a:close/>
                  </a:path>
                </a:pathLst>
              </a:custGeom>
              <a:gradFill>
                <a:gsLst>
                  <a:gs pos="0">
                    <a:schemeClr val="lt1"/>
                  </a:gs>
                  <a:gs pos="100000">
                    <a:srgbClr val="F9F8FF">
                      <a:alpha val="86666"/>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69"/>
              <p:cNvSpPr/>
              <p:nvPr/>
            </p:nvSpPr>
            <p:spPr>
              <a:xfrm>
                <a:off x="5092913" y="4286900"/>
                <a:ext cx="779675" cy="30425"/>
              </a:xfrm>
              <a:custGeom>
                <a:avLst/>
                <a:gdLst/>
                <a:ahLst/>
                <a:cxnLst/>
                <a:rect l="l" t="t" r="r" b="b"/>
                <a:pathLst>
                  <a:path w="31187" h="1217" extrusionOk="0">
                    <a:moveTo>
                      <a:pt x="609" y="1"/>
                    </a:moveTo>
                    <a:cubicBezTo>
                      <a:pt x="274" y="1"/>
                      <a:pt x="1" y="275"/>
                      <a:pt x="1" y="609"/>
                    </a:cubicBezTo>
                    <a:cubicBezTo>
                      <a:pt x="1" y="974"/>
                      <a:pt x="274" y="1217"/>
                      <a:pt x="609" y="1217"/>
                    </a:cubicBezTo>
                    <a:lnTo>
                      <a:pt x="30579" y="1217"/>
                    </a:lnTo>
                    <a:cubicBezTo>
                      <a:pt x="30913" y="1217"/>
                      <a:pt x="31187" y="913"/>
                      <a:pt x="31187" y="609"/>
                    </a:cubicBezTo>
                    <a:cubicBezTo>
                      <a:pt x="31187" y="275"/>
                      <a:pt x="30913" y="1"/>
                      <a:pt x="30579" y="1"/>
                    </a:cubicBezTo>
                    <a:close/>
                  </a:path>
                </a:pathLst>
              </a:custGeom>
              <a:gradFill>
                <a:gsLst>
                  <a:gs pos="0">
                    <a:schemeClr val="lt1"/>
                  </a:gs>
                  <a:gs pos="100000">
                    <a:srgbClr val="F9F8FF">
                      <a:alpha val="86666"/>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69"/>
              <p:cNvSpPr/>
              <p:nvPr/>
            </p:nvSpPr>
            <p:spPr>
              <a:xfrm>
                <a:off x="5092913" y="4365950"/>
                <a:ext cx="295625" cy="30400"/>
              </a:xfrm>
              <a:custGeom>
                <a:avLst/>
                <a:gdLst/>
                <a:ahLst/>
                <a:cxnLst/>
                <a:rect l="l" t="t" r="r" b="b"/>
                <a:pathLst>
                  <a:path w="11825" h="1216" extrusionOk="0">
                    <a:moveTo>
                      <a:pt x="609" y="0"/>
                    </a:moveTo>
                    <a:cubicBezTo>
                      <a:pt x="274" y="0"/>
                      <a:pt x="1" y="274"/>
                      <a:pt x="1" y="608"/>
                    </a:cubicBezTo>
                    <a:cubicBezTo>
                      <a:pt x="1" y="942"/>
                      <a:pt x="274" y="1216"/>
                      <a:pt x="609" y="1216"/>
                    </a:cubicBezTo>
                    <a:lnTo>
                      <a:pt x="11217" y="1216"/>
                    </a:lnTo>
                    <a:cubicBezTo>
                      <a:pt x="11551" y="1216"/>
                      <a:pt x="11825" y="942"/>
                      <a:pt x="11825" y="608"/>
                    </a:cubicBezTo>
                    <a:cubicBezTo>
                      <a:pt x="11825" y="274"/>
                      <a:pt x="11551" y="0"/>
                      <a:pt x="11217" y="0"/>
                    </a:cubicBezTo>
                    <a:close/>
                  </a:path>
                </a:pathLst>
              </a:custGeom>
              <a:gradFill>
                <a:gsLst>
                  <a:gs pos="0">
                    <a:schemeClr val="lt1"/>
                  </a:gs>
                  <a:gs pos="100000">
                    <a:srgbClr val="F9F8FF">
                      <a:alpha val="86666"/>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7" name="Google Shape;1237;p69"/>
            <p:cNvSpPr/>
            <p:nvPr/>
          </p:nvSpPr>
          <p:spPr>
            <a:xfrm>
              <a:off x="5246855" y="2672675"/>
              <a:ext cx="1076178" cy="835033"/>
            </a:xfrm>
            <a:custGeom>
              <a:avLst/>
              <a:gdLst/>
              <a:ahLst/>
              <a:cxnLst/>
              <a:rect l="l" t="t" r="r" b="b"/>
              <a:pathLst>
                <a:path w="28300" h="28299" extrusionOk="0">
                  <a:moveTo>
                    <a:pt x="25260" y="28298"/>
                  </a:moveTo>
                  <a:lnTo>
                    <a:pt x="3040" y="28298"/>
                  </a:lnTo>
                  <a:cubicBezTo>
                    <a:pt x="1369" y="28298"/>
                    <a:pt x="1" y="26931"/>
                    <a:pt x="1" y="25259"/>
                  </a:cubicBezTo>
                  <a:lnTo>
                    <a:pt x="1" y="3040"/>
                  </a:lnTo>
                  <a:cubicBezTo>
                    <a:pt x="1" y="1368"/>
                    <a:pt x="1369" y="0"/>
                    <a:pt x="3040" y="0"/>
                  </a:cubicBezTo>
                  <a:lnTo>
                    <a:pt x="25260" y="0"/>
                  </a:lnTo>
                  <a:cubicBezTo>
                    <a:pt x="26931" y="0"/>
                    <a:pt x="28299" y="1368"/>
                    <a:pt x="28299" y="3040"/>
                  </a:cubicBezTo>
                  <a:lnTo>
                    <a:pt x="28299" y="25259"/>
                  </a:lnTo>
                  <a:cubicBezTo>
                    <a:pt x="28299" y="26931"/>
                    <a:pt x="26931" y="28298"/>
                    <a:pt x="25260" y="28298"/>
                  </a:cubicBezTo>
                  <a:close/>
                </a:path>
              </a:pathLst>
            </a:custGeom>
            <a:solidFill>
              <a:schemeClr val="accent5"/>
            </a:solidFill>
            <a:ln>
              <a:noFill/>
            </a:ln>
            <a:effectLst>
              <a:outerShdw blurRad="71438" dist="47625" dir="5400000" algn="bl" rotWithShape="0">
                <a:schemeClr val="dk1">
                  <a:alpha val="18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8" name="Google Shape;1238;p69"/>
            <p:cNvGrpSpPr/>
            <p:nvPr/>
          </p:nvGrpSpPr>
          <p:grpSpPr>
            <a:xfrm>
              <a:off x="5999093" y="1884550"/>
              <a:ext cx="707500" cy="707475"/>
              <a:chOff x="5921438" y="1923500"/>
              <a:chExt cx="707500" cy="707475"/>
            </a:xfrm>
          </p:grpSpPr>
          <p:sp>
            <p:nvSpPr>
              <p:cNvPr id="1239" name="Google Shape;1239;p69"/>
              <p:cNvSpPr/>
              <p:nvPr/>
            </p:nvSpPr>
            <p:spPr>
              <a:xfrm>
                <a:off x="5921438" y="1923500"/>
                <a:ext cx="707500" cy="707475"/>
              </a:xfrm>
              <a:custGeom>
                <a:avLst/>
                <a:gdLst/>
                <a:ahLst/>
                <a:cxnLst/>
                <a:rect l="l" t="t" r="r" b="b"/>
                <a:pathLst>
                  <a:path w="28300" h="28299" extrusionOk="0">
                    <a:moveTo>
                      <a:pt x="25260" y="28298"/>
                    </a:moveTo>
                    <a:lnTo>
                      <a:pt x="3040" y="28298"/>
                    </a:lnTo>
                    <a:cubicBezTo>
                      <a:pt x="1369" y="28298"/>
                      <a:pt x="1" y="26931"/>
                      <a:pt x="1" y="25259"/>
                    </a:cubicBezTo>
                    <a:lnTo>
                      <a:pt x="1" y="3040"/>
                    </a:lnTo>
                    <a:cubicBezTo>
                      <a:pt x="1" y="1368"/>
                      <a:pt x="1369" y="0"/>
                      <a:pt x="3040" y="0"/>
                    </a:cubicBezTo>
                    <a:lnTo>
                      <a:pt x="25260" y="0"/>
                    </a:lnTo>
                    <a:cubicBezTo>
                      <a:pt x="26931" y="0"/>
                      <a:pt x="28299" y="1368"/>
                      <a:pt x="28299" y="3040"/>
                    </a:cubicBezTo>
                    <a:lnTo>
                      <a:pt x="28299" y="25259"/>
                    </a:lnTo>
                    <a:cubicBezTo>
                      <a:pt x="28299" y="26931"/>
                      <a:pt x="26931" y="28298"/>
                      <a:pt x="25260" y="28298"/>
                    </a:cubicBezTo>
                    <a:close/>
                  </a:path>
                </a:pathLst>
              </a:custGeom>
              <a:solidFill>
                <a:schemeClr val="lt1"/>
              </a:solidFill>
              <a:ln>
                <a:noFill/>
              </a:ln>
              <a:effectLst>
                <a:outerShdw blurRad="57150" dist="28575"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69"/>
              <p:cNvSpPr/>
              <p:nvPr/>
            </p:nvSpPr>
            <p:spPr>
              <a:xfrm>
                <a:off x="6070750" y="2199097"/>
                <a:ext cx="404418" cy="244866"/>
              </a:xfrm>
              <a:custGeom>
                <a:avLst/>
                <a:gdLst/>
                <a:ahLst/>
                <a:cxnLst/>
                <a:rect l="l" t="t" r="r" b="b"/>
                <a:pathLst>
                  <a:path w="18876" h="11429" extrusionOk="0">
                    <a:moveTo>
                      <a:pt x="11976" y="0"/>
                    </a:moveTo>
                    <a:lnTo>
                      <a:pt x="8085" y="6262"/>
                    </a:lnTo>
                    <a:lnTo>
                      <a:pt x="5654" y="2249"/>
                    </a:lnTo>
                    <a:lnTo>
                      <a:pt x="0" y="11429"/>
                    </a:lnTo>
                    <a:lnTo>
                      <a:pt x="18876" y="11429"/>
                    </a:lnTo>
                    <a:lnTo>
                      <a:pt x="11976" y="0"/>
                    </a:lnTo>
                    <a:close/>
                  </a:path>
                </a:pathLst>
              </a:custGeom>
              <a:solidFill>
                <a:schemeClr val="lt2"/>
              </a:soli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69"/>
              <p:cNvSpPr/>
              <p:nvPr/>
            </p:nvSpPr>
            <p:spPr>
              <a:xfrm>
                <a:off x="6146294" y="2120938"/>
                <a:ext cx="89878" cy="89899"/>
              </a:xfrm>
              <a:custGeom>
                <a:avLst/>
                <a:gdLst/>
                <a:ahLst/>
                <a:cxnLst/>
                <a:rect l="l" t="t" r="r" b="b"/>
                <a:pathLst>
                  <a:path w="4195" h="4196" extrusionOk="0">
                    <a:moveTo>
                      <a:pt x="2097" y="1"/>
                    </a:moveTo>
                    <a:cubicBezTo>
                      <a:pt x="942" y="1"/>
                      <a:pt x="0" y="943"/>
                      <a:pt x="0" y="2098"/>
                    </a:cubicBezTo>
                    <a:cubicBezTo>
                      <a:pt x="0" y="3223"/>
                      <a:pt x="942" y="4195"/>
                      <a:pt x="2097" y="4195"/>
                    </a:cubicBezTo>
                    <a:cubicBezTo>
                      <a:pt x="3222" y="4195"/>
                      <a:pt x="4195" y="3223"/>
                      <a:pt x="4195" y="2098"/>
                    </a:cubicBezTo>
                    <a:cubicBezTo>
                      <a:pt x="4195" y="943"/>
                      <a:pt x="3222" y="1"/>
                      <a:pt x="2097" y="1"/>
                    </a:cubicBezTo>
                    <a:close/>
                  </a:path>
                </a:pathLst>
              </a:custGeom>
              <a:solidFill>
                <a:schemeClr val="accent1"/>
              </a:solidFill>
              <a:ln>
                <a:noFill/>
              </a:ln>
              <a:effectLst>
                <a:outerShdw blurRad="57150" dist="19050" dir="5460000" algn="bl" rotWithShape="0">
                  <a:schemeClr val="dk1">
                    <a:alpha val="15000"/>
                  </a:schemeClr>
                </a:outerShdw>
                <a:reflection stA="10000" endPos="24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2" name="Google Shape;1242;p69"/>
            <p:cNvSpPr/>
            <p:nvPr/>
          </p:nvSpPr>
          <p:spPr>
            <a:xfrm>
              <a:off x="7230732" y="2571057"/>
              <a:ext cx="21" cy="21"/>
            </a:xfrm>
            <a:custGeom>
              <a:avLst/>
              <a:gdLst/>
              <a:ahLst/>
              <a:cxnLst/>
              <a:rect l="l" t="t" r="r" b="b"/>
              <a:pathLst>
                <a:path w="1" h="1" extrusionOk="0">
                  <a:moveTo>
                    <a:pt x="1" y="1"/>
                  </a:moveTo>
                  <a:close/>
                </a:path>
              </a:pathLst>
            </a:custGeom>
            <a:solidFill>
              <a:srgbClr val="E5D7FF"/>
            </a:solidFill>
            <a:ln>
              <a:noFill/>
            </a:ln>
            <a:effectLst>
              <a:outerShdw blurRad="57150" dist="19050" dir="5460000" algn="bl" rotWithShape="0">
                <a:schemeClr val="dk1">
                  <a:alpha val="15000"/>
                </a:schemeClr>
              </a:outerShdw>
              <a:reflection stA="10000" endPos="24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3" name="Google Shape;1243;p69"/>
            <p:cNvGrpSpPr/>
            <p:nvPr/>
          </p:nvGrpSpPr>
          <p:grpSpPr>
            <a:xfrm>
              <a:off x="6917447" y="2127681"/>
              <a:ext cx="560809" cy="513696"/>
              <a:chOff x="2820743" y="2218101"/>
              <a:chExt cx="814064" cy="745676"/>
            </a:xfrm>
          </p:grpSpPr>
          <p:sp>
            <p:nvSpPr>
              <p:cNvPr id="1244" name="Google Shape;1244;p69"/>
              <p:cNvSpPr/>
              <p:nvPr/>
            </p:nvSpPr>
            <p:spPr>
              <a:xfrm>
                <a:off x="3133976" y="2218101"/>
                <a:ext cx="500831" cy="707903"/>
              </a:xfrm>
              <a:custGeom>
                <a:avLst/>
                <a:gdLst/>
                <a:ahLst/>
                <a:cxnLst/>
                <a:rect l="l" t="t" r="r" b="b"/>
                <a:pathLst>
                  <a:path w="23376" h="33041" extrusionOk="0">
                    <a:moveTo>
                      <a:pt x="16263" y="0"/>
                    </a:moveTo>
                    <a:lnTo>
                      <a:pt x="1" y="16475"/>
                    </a:lnTo>
                    <a:lnTo>
                      <a:pt x="16779" y="33040"/>
                    </a:lnTo>
                    <a:cubicBezTo>
                      <a:pt x="20852" y="28815"/>
                      <a:pt x="23375" y="23101"/>
                      <a:pt x="23375" y="16779"/>
                    </a:cubicBezTo>
                    <a:cubicBezTo>
                      <a:pt x="23375" y="10213"/>
                      <a:pt x="20640" y="4256"/>
                      <a:pt x="16263" y="0"/>
                    </a:cubicBezTo>
                    <a:close/>
                  </a:path>
                </a:pathLst>
              </a:custGeom>
              <a:solidFill>
                <a:schemeClr val="accent3"/>
              </a:soli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69"/>
              <p:cNvSpPr/>
              <p:nvPr/>
            </p:nvSpPr>
            <p:spPr>
              <a:xfrm>
                <a:off x="3133976" y="2263030"/>
                <a:ext cx="217528" cy="308049"/>
              </a:xfrm>
              <a:custGeom>
                <a:avLst/>
                <a:gdLst/>
                <a:ahLst/>
                <a:cxnLst/>
                <a:rect l="l" t="t" r="r" b="b"/>
                <a:pathLst>
                  <a:path w="10153" h="14378" extrusionOk="0">
                    <a:moveTo>
                      <a:pt x="1" y="1"/>
                    </a:moveTo>
                    <a:lnTo>
                      <a:pt x="1" y="14378"/>
                    </a:lnTo>
                    <a:lnTo>
                      <a:pt x="10153" y="4134"/>
                    </a:lnTo>
                    <a:cubicBezTo>
                      <a:pt x="7539" y="1551"/>
                      <a:pt x="3952" y="1"/>
                      <a:pt x="1" y="1"/>
                    </a:cubicBezTo>
                    <a:close/>
                  </a:path>
                </a:pathLst>
              </a:custGeom>
              <a:solidFill>
                <a:schemeClr val="accent1"/>
              </a:solidFill>
              <a:ln>
                <a:noFill/>
              </a:ln>
              <a:effectLst>
                <a:outerShdw blurRad="57150" dist="19050" dir="5460000" algn="bl" rotWithShape="0">
                  <a:schemeClr val="dk1">
                    <a:alpha val="15000"/>
                  </a:schemeClr>
                </a:outerShdw>
                <a:reflection stA="10000" endPos="24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69"/>
              <p:cNvSpPr/>
              <p:nvPr/>
            </p:nvSpPr>
            <p:spPr>
              <a:xfrm>
                <a:off x="3133976" y="2571057"/>
                <a:ext cx="278761" cy="392720"/>
              </a:xfrm>
              <a:custGeom>
                <a:avLst/>
                <a:gdLst/>
                <a:ahLst/>
                <a:cxnLst/>
                <a:rect l="l" t="t" r="r" b="b"/>
                <a:pathLst>
                  <a:path w="13011" h="18330" extrusionOk="0">
                    <a:moveTo>
                      <a:pt x="1" y="1"/>
                    </a:moveTo>
                    <a:lnTo>
                      <a:pt x="1" y="18329"/>
                    </a:lnTo>
                    <a:cubicBezTo>
                      <a:pt x="5107" y="18329"/>
                      <a:pt x="9697" y="16232"/>
                      <a:pt x="13010" y="12828"/>
                    </a:cubicBezTo>
                    <a:lnTo>
                      <a:pt x="1" y="1"/>
                    </a:lnTo>
                    <a:close/>
                  </a:path>
                </a:pathLst>
              </a:custGeom>
              <a:solidFill>
                <a:srgbClr val="8859F7"/>
              </a:soli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69"/>
              <p:cNvSpPr/>
              <p:nvPr/>
            </p:nvSpPr>
            <p:spPr>
              <a:xfrm>
                <a:off x="2820743" y="2351601"/>
                <a:ext cx="311969" cy="440905"/>
              </a:xfrm>
              <a:custGeom>
                <a:avLst/>
                <a:gdLst/>
                <a:ahLst/>
                <a:cxnLst/>
                <a:rect l="l" t="t" r="r" b="b"/>
                <a:pathLst>
                  <a:path w="14561" h="20579" extrusionOk="0">
                    <a:moveTo>
                      <a:pt x="4438" y="0"/>
                    </a:moveTo>
                    <a:cubicBezTo>
                      <a:pt x="1703" y="2645"/>
                      <a:pt x="1" y="6353"/>
                      <a:pt x="1" y="10456"/>
                    </a:cubicBezTo>
                    <a:cubicBezTo>
                      <a:pt x="1" y="14408"/>
                      <a:pt x="1551" y="17964"/>
                      <a:pt x="4104" y="20578"/>
                    </a:cubicBezTo>
                    <a:lnTo>
                      <a:pt x="14560" y="10244"/>
                    </a:lnTo>
                    <a:lnTo>
                      <a:pt x="4438" y="0"/>
                    </a:lnTo>
                    <a:close/>
                  </a:path>
                </a:pathLst>
              </a:custGeom>
              <a:solidFill>
                <a:schemeClr val="accent4"/>
              </a:soli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69"/>
              <p:cNvSpPr/>
              <p:nvPr/>
            </p:nvSpPr>
            <p:spPr>
              <a:xfrm>
                <a:off x="2917134" y="2263030"/>
                <a:ext cx="216864" cy="308049"/>
              </a:xfrm>
              <a:custGeom>
                <a:avLst/>
                <a:gdLst/>
                <a:ahLst/>
                <a:cxnLst/>
                <a:rect l="l" t="t" r="r" b="b"/>
                <a:pathLst>
                  <a:path w="10122" h="14378" extrusionOk="0">
                    <a:moveTo>
                      <a:pt x="10122" y="1"/>
                    </a:moveTo>
                    <a:cubicBezTo>
                      <a:pt x="6170" y="1"/>
                      <a:pt x="2614" y="1551"/>
                      <a:pt x="0" y="4104"/>
                    </a:cubicBezTo>
                    <a:lnTo>
                      <a:pt x="10122" y="14378"/>
                    </a:lnTo>
                    <a:lnTo>
                      <a:pt x="10122" y="1"/>
                    </a:lnTo>
                    <a:close/>
                  </a:path>
                </a:pathLst>
              </a:custGeom>
              <a:solidFill>
                <a:schemeClr val="accent2"/>
              </a:soli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69"/>
              <p:cNvSpPr/>
              <p:nvPr/>
            </p:nvSpPr>
            <p:spPr>
              <a:xfrm>
                <a:off x="2910621" y="2571057"/>
                <a:ext cx="223377" cy="317176"/>
              </a:xfrm>
              <a:custGeom>
                <a:avLst/>
                <a:gdLst/>
                <a:ahLst/>
                <a:cxnLst/>
                <a:rect l="l" t="t" r="r" b="b"/>
                <a:pathLst>
                  <a:path w="10426" h="14804" extrusionOk="0">
                    <a:moveTo>
                      <a:pt x="10426" y="1"/>
                    </a:moveTo>
                    <a:lnTo>
                      <a:pt x="0" y="10335"/>
                    </a:lnTo>
                    <a:cubicBezTo>
                      <a:pt x="2645" y="13071"/>
                      <a:pt x="6322" y="14803"/>
                      <a:pt x="10426" y="14803"/>
                    </a:cubicBezTo>
                    <a:lnTo>
                      <a:pt x="10426" y="1"/>
                    </a:lnTo>
                    <a:close/>
                  </a:path>
                </a:pathLst>
              </a:custGeom>
              <a:solidFill>
                <a:schemeClr val="accent1"/>
              </a:solidFill>
              <a:ln>
                <a:noFill/>
              </a:ln>
              <a:effectLst>
                <a:outerShdw blurRad="57150" dist="19050" dir="546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0" name="Google Shape;1250;p69"/>
            <p:cNvGrpSpPr/>
            <p:nvPr/>
          </p:nvGrpSpPr>
          <p:grpSpPr>
            <a:xfrm>
              <a:off x="6693855" y="1446700"/>
              <a:ext cx="1718949" cy="389816"/>
              <a:chOff x="6153850" y="1669725"/>
              <a:chExt cx="1718949" cy="389816"/>
            </a:xfrm>
          </p:grpSpPr>
          <p:sp>
            <p:nvSpPr>
              <p:cNvPr id="1251" name="Google Shape;1251;p69"/>
              <p:cNvSpPr/>
              <p:nvPr/>
            </p:nvSpPr>
            <p:spPr>
              <a:xfrm>
                <a:off x="6156586" y="1672448"/>
                <a:ext cx="1714402" cy="373134"/>
              </a:xfrm>
              <a:custGeom>
                <a:avLst/>
                <a:gdLst/>
                <a:ahLst/>
                <a:cxnLst/>
                <a:rect l="l" t="t" r="r" b="b"/>
                <a:pathLst>
                  <a:path w="141045" h="30698" extrusionOk="0">
                    <a:moveTo>
                      <a:pt x="2924" y="0"/>
                    </a:moveTo>
                    <a:cubicBezTo>
                      <a:pt x="1386" y="0"/>
                      <a:pt x="0" y="1386"/>
                      <a:pt x="0" y="3093"/>
                    </a:cubicBezTo>
                    <a:lnTo>
                      <a:pt x="0" y="27603"/>
                    </a:lnTo>
                    <a:cubicBezTo>
                      <a:pt x="0" y="29311"/>
                      <a:pt x="1386" y="30697"/>
                      <a:pt x="3093" y="30697"/>
                    </a:cubicBezTo>
                    <a:lnTo>
                      <a:pt x="137951" y="30697"/>
                    </a:lnTo>
                    <a:cubicBezTo>
                      <a:pt x="139659" y="30697"/>
                      <a:pt x="141045" y="29311"/>
                      <a:pt x="141045" y="27603"/>
                    </a:cubicBezTo>
                    <a:lnTo>
                      <a:pt x="141045" y="3093"/>
                    </a:lnTo>
                    <a:cubicBezTo>
                      <a:pt x="141045" y="1386"/>
                      <a:pt x="139659" y="0"/>
                      <a:pt x="137782" y="0"/>
                    </a:cubicBezTo>
                    <a:close/>
                  </a:path>
                </a:pathLst>
              </a:custGeom>
              <a:solidFill>
                <a:srgbClr val="A97FFF"/>
              </a:solidFill>
              <a:ln>
                <a:noFill/>
              </a:ln>
              <a:effectLst>
                <a:outerShdw blurRad="28575" dist="19050" dir="528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69"/>
              <p:cNvSpPr/>
              <p:nvPr/>
            </p:nvSpPr>
            <p:spPr>
              <a:xfrm>
                <a:off x="6153850" y="1669725"/>
                <a:ext cx="1718949" cy="389816"/>
              </a:xfrm>
              <a:custGeom>
                <a:avLst/>
                <a:gdLst/>
                <a:ahLst/>
                <a:cxnLst/>
                <a:rect l="l" t="t" r="r" b="b"/>
                <a:pathLst>
                  <a:path w="140437" h="30090" extrusionOk="0">
                    <a:moveTo>
                      <a:pt x="2789" y="0"/>
                    </a:moveTo>
                    <a:cubicBezTo>
                      <a:pt x="1251" y="0"/>
                      <a:pt x="1" y="1251"/>
                      <a:pt x="1" y="2789"/>
                    </a:cubicBezTo>
                    <a:lnTo>
                      <a:pt x="1" y="27299"/>
                    </a:lnTo>
                    <a:cubicBezTo>
                      <a:pt x="1" y="28838"/>
                      <a:pt x="1251" y="30089"/>
                      <a:pt x="2789" y="30089"/>
                    </a:cubicBezTo>
                    <a:lnTo>
                      <a:pt x="137647" y="30089"/>
                    </a:lnTo>
                    <a:cubicBezTo>
                      <a:pt x="139186" y="30089"/>
                      <a:pt x="140437" y="28838"/>
                      <a:pt x="140437" y="27299"/>
                    </a:cubicBezTo>
                    <a:lnTo>
                      <a:pt x="140437" y="2789"/>
                    </a:lnTo>
                    <a:cubicBezTo>
                      <a:pt x="140437" y="1251"/>
                      <a:pt x="139186" y="0"/>
                      <a:pt x="137647" y="0"/>
                    </a:cubicBezTo>
                    <a:close/>
                  </a:path>
                </a:pathLst>
              </a:custGeom>
              <a:gradFill>
                <a:gsLst>
                  <a:gs pos="0">
                    <a:schemeClr val="lt1"/>
                  </a:gs>
                  <a:gs pos="100000">
                    <a:schemeClr val="lt2"/>
                  </a:gs>
                </a:gsLst>
                <a:lin ang="5400012" scaled="0"/>
              </a:gradFill>
              <a:ln>
                <a:noFill/>
              </a:ln>
              <a:effectLst>
                <a:outerShdw blurRad="42863" dist="47625" dir="5280000" algn="bl" rotWithShape="0">
                  <a:schemeClr val="dk1">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69"/>
              <p:cNvSpPr/>
              <p:nvPr/>
            </p:nvSpPr>
            <p:spPr>
              <a:xfrm>
                <a:off x="6246166" y="1742495"/>
                <a:ext cx="233011" cy="233011"/>
              </a:xfrm>
              <a:custGeom>
                <a:avLst/>
                <a:gdLst/>
                <a:ahLst/>
                <a:cxnLst/>
                <a:rect l="l" t="t" r="r" b="b"/>
                <a:pathLst>
                  <a:path w="19170" h="19170" extrusionOk="0">
                    <a:moveTo>
                      <a:pt x="9584" y="1"/>
                    </a:moveTo>
                    <a:cubicBezTo>
                      <a:pt x="4294" y="1"/>
                      <a:pt x="0" y="4294"/>
                      <a:pt x="0" y="9586"/>
                    </a:cubicBezTo>
                    <a:cubicBezTo>
                      <a:pt x="0" y="14876"/>
                      <a:pt x="4294" y="19170"/>
                      <a:pt x="9584" y="19170"/>
                    </a:cubicBezTo>
                    <a:cubicBezTo>
                      <a:pt x="14876" y="19170"/>
                      <a:pt x="19169" y="14876"/>
                      <a:pt x="19169" y="9586"/>
                    </a:cubicBezTo>
                    <a:cubicBezTo>
                      <a:pt x="19169" y="4294"/>
                      <a:pt x="14876" y="1"/>
                      <a:pt x="9584" y="1"/>
                    </a:cubicBezTo>
                    <a:close/>
                  </a:path>
                </a:pathLst>
              </a:custGeom>
              <a:gradFill>
                <a:gsLst>
                  <a:gs pos="0">
                    <a:srgbClr val="BBF6F4"/>
                  </a:gs>
                  <a:gs pos="100000">
                    <a:srgbClr val="4EE0DB"/>
                  </a:gs>
                </a:gsLst>
                <a:lin ang="5400012" scaled="0"/>
              </a:gradFill>
              <a:ln>
                <a:noFill/>
              </a:ln>
              <a:effectLst>
                <a:outerShdw blurRad="28575" dist="19050" dir="5280000" algn="bl" rotWithShape="0">
                  <a:schemeClr val="dk1">
                    <a:alpha val="17000"/>
                  </a:schemeClr>
                </a:outerShdw>
                <a:reflection stA="6000" endPos="25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69"/>
              <p:cNvSpPr/>
              <p:nvPr/>
            </p:nvSpPr>
            <p:spPr>
              <a:xfrm>
                <a:off x="6579205" y="1795915"/>
                <a:ext cx="674967" cy="37620"/>
              </a:xfrm>
              <a:custGeom>
                <a:avLst/>
                <a:gdLst/>
                <a:ahLst/>
                <a:cxnLst/>
                <a:rect l="l" t="t" r="r" b="b"/>
                <a:pathLst>
                  <a:path w="55530" h="3095" extrusionOk="0">
                    <a:moveTo>
                      <a:pt x="1556" y="1"/>
                    </a:moveTo>
                    <a:cubicBezTo>
                      <a:pt x="694" y="1"/>
                      <a:pt x="1" y="694"/>
                      <a:pt x="1" y="1540"/>
                    </a:cubicBezTo>
                    <a:cubicBezTo>
                      <a:pt x="1" y="2401"/>
                      <a:pt x="694" y="3095"/>
                      <a:pt x="1556" y="3095"/>
                    </a:cubicBezTo>
                    <a:lnTo>
                      <a:pt x="53975" y="3095"/>
                    </a:lnTo>
                    <a:cubicBezTo>
                      <a:pt x="54836" y="3095"/>
                      <a:pt x="55530" y="2401"/>
                      <a:pt x="55530" y="1540"/>
                    </a:cubicBezTo>
                    <a:cubicBezTo>
                      <a:pt x="55530" y="694"/>
                      <a:pt x="54836" y="1"/>
                      <a:pt x="53975" y="1"/>
                    </a:cubicBezTo>
                    <a:close/>
                  </a:path>
                </a:pathLst>
              </a:custGeom>
              <a:solidFill>
                <a:schemeClr val="lt1"/>
              </a:solidFill>
              <a:ln>
                <a:noFill/>
              </a:ln>
              <a:effectLst>
                <a:outerShdw blurRad="28575" dist="19050" dir="5280000" algn="bl" rotWithShape="0">
                  <a:schemeClr val="dk1">
                    <a:alpha val="17000"/>
                  </a:schemeClr>
                </a:outerShdw>
                <a:reflection stA="6000" endPos="25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69"/>
              <p:cNvSpPr/>
              <p:nvPr/>
            </p:nvSpPr>
            <p:spPr>
              <a:xfrm>
                <a:off x="7302010" y="1795915"/>
                <a:ext cx="477315" cy="37620"/>
              </a:xfrm>
              <a:custGeom>
                <a:avLst/>
                <a:gdLst/>
                <a:ahLst/>
                <a:cxnLst/>
                <a:rect l="l" t="t" r="r" b="b"/>
                <a:pathLst>
                  <a:path w="39269" h="3095" extrusionOk="0">
                    <a:moveTo>
                      <a:pt x="1540" y="1"/>
                    </a:moveTo>
                    <a:cubicBezTo>
                      <a:pt x="695" y="1"/>
                      <a:pt x="1" y="694"/>
                      <a:pt x="1" y="1540"/>
                    </a:cubicBezTo>
                    <a:cubicBezTo>
                      <a:pt x="1" y="2401"/>
                      <a:pt x="695" y="3095"/>
                      <a:pt x="1540" y="3095"/>
                    </a:cubicBezTo>
                    <a:lnTo>
                      <a:pt x="37714" y="3095"/>
                    </a:lnTo>
                    <a:cubicBezTo>
                      <a:pt x="38575" y="3095"/>
                      <a:pt x="39269" y="2401"/>
                      <a:pt x="39269" y="1540"/>
                    </a:cubicBezTo>
                    <a:cubicBezTo>
                      <a:pt x="39269" y="694"/>
                      <a:pt x="38575" y="1"/>
                      <a:pt x="37714" y="1"/>
                    </a:cubicBezTo>
                    <a:close/>
                  </a:path>
                </a:pathLst>
              </a:custGeom>
              <a:solidFill>
                <a:schemeClr val="lt1"/>
              </a:solidFill>
              <a:ln>
                <a:noFill/>
              </a:ln>
              <a:effectLst>
                <a:outerShdw blurRad="28575" dist="19050" dir="5280000" algn="bl" rotWithShape="0">
                  <a:schemeClr val="dk1">
                    <a:alpha val="17000"/>
                  </a:schemeClr>
                </a:outerShdw>
                <a:reflection stA="6000" endPos="25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69"/>
              <p:cNvSpPr/>
              <p:nvPr/>
            </p:nvSpPr>
            <p:spPr>
              <a:xfrm>
                <a:off x="6579205" y="1890844"/>
                <a:ext cx="265064" cy="37620"/>
              </a:xfrm>
              <a:custGeom>
                <a:avLst/>
                <a:gdLst/>
                <a:ahLst/>
                <a:cxnLst/>
                <a:rect l="l" t="t" r="r" b="b"/>
                <a:pathLst>
                  <a:path w="21807" h="3095" extrusionOk="0">
                    <a:moveTo>
                      <a:pt x="1556" y="0"/>
                    </a:moveTo>
                    <a:cubicBezTo>
                      <a:pt x="694" y="0"/>
                      <a:pt x="1" y="694"/>
                      <a:pt x="1" y="1539"/>
                    </a:cubicBezTo>
                    <a:cubicBezTo>
                      <a:pt x="1" y="2401"/>
                      <a:pt x="694" y="3094"/>
                      <a:pt x="1556" y="3094"/>
                    </a:cubicBezTo>
                    <a:lnTo>
                      <a:pt x="20269" y="3094"/>
                    </a:lnTo>
                    <a:cubicBezTo>
                      <a:pt x="21114" y="3094"/>
                      <a:pt x="21806" y="2401"/>
                      <a:pt x="21806" y="1539"/>
                    </a:cubicBezTo>
                    <a:cubicBezTo>
                      <a:pt x="21806" y="694"/>
                      <a:pt x="21114" y="0"/>
                      <a:pt x="20269" y="0"/>
                    </a:cubicBezTo>
                    <a:close/>
                  </a:path>
                </a:pathLst>
              </a:custGeom>
              <a:solidFill>
                <a:schemeClr val="lt1"/>
              </a:solidFill>
              <a:ln>
                <a:noFill/>
              </a:ln>
              <a:effectLst>
                <a:outerShdw blurRad="28575" dist="19050" dir="5280000" algn="bl" rotWithShape="0">
                  <a:schemeClr val="dk1">
                    <a:alpha val="17000"/>
                  </a:schemeClr>
                </a:outerShdw>
                <a:reflection stA="6000" endPos="25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69"/>
            <p:cNvGrpSpPr/>
            <p:nvPr/>
          </p:nvGrpSpPr>
          <p:grpSpPr>
            <a:xfrm>
              <a:off x="5293648" y="1384678"/>
              <a:ext cx="459836" cy="389787"/>
              <a:chOff x="5215992" y="1423628"/>
              <a:chExt cx="459836" cy="389787"/>
            </a:xfrm>
          </p:grpSpPr>
          <p:sp>
            <p:nvSpPr>
              <p:cNvPr id="1258" name="Google Shape;1258;p69"/>
              <p:cNvSpPr/>
              <p:nvPr/>
            </p:nvSpPr>
            <p:spPr>
              <a:xfrm>
                <a:off x="5215992" y="1423628"/>
                <a:ext cx="459836" cy="389787"/>
              </a:xfrm>
              <a:custGeom>
                <a:avLst/>
                <a:gdLst/>
                <a:ahLst/>
                <a:cxnLst/>
                <a:rect l="l" t="t" r="r" b="b"/>
                <a:pathLst>
                  <a:path w="37831" h="32068" extrusionOk="0">
                    <a:moveTo>
                      <a:pt x="4445" y="0"/>
                    </a:moveTo>
                    <a:cubicBezTo>
                      <a:pt x="1995" y="0"/>
                      <a:pt x="0" y="1995"/>
                      <a:pt x="0" y="4446"/>
                    </a:cubicBezTo>
                    <a:lnTo>
                      <a:pt x="0" y="23868"/>
                    </a:lnTo>
                    <a:cubicBezTo>
                      <a:pt x="0" y="26320"/>
                      <a:pt x="1995" y="28314"/>
                      <a:pt x="4445" y="28314"/>
                    </a:cubicBezTo>
                    <a:lnTo>
                      <a:pt x="15162" y="28314"/>
                    </a:lnTo>
                    <a:lnTo>
                      <a:pt x="18915" y="32067"/>
                    </a:lnTo>
                    <a:lnTo>
                      <a:pt x="22667" y="28314"/>
                    </a:lnTo>
                    <a:lnTo>
                      <a:pt x="33384" y="28314"/>
                    </a:lnTo>
                    <a:cubicBezTo>
                      <a:pt x="35836" y="28314"/>
                      <a:pt x="37831" y="26320"/>
                      <a:pt x="37831" y="23868"/>
                    </a:cubicBezTo>
                    <a:lnTo>
                      <a:pt x="37831" y="4446"/>
                    </a:lnTo>
                    <a:cubicBezTo>
                      <a:pt x="37831" y="1995"/>
                      <a:pt x="35836" y="0"/>
                      <a:pt x="33384" y="0"/>
                    </a:cubicBezTo>
                    <a:close/>
                  </a:path>
                </a:pathLst>
              </a:custGeom>
              <a:gradFill>
                <a:gsLst>
                  <a:gs pos="0">
                    <a:srgbClr val="FFFFFF"/>
                  </a:gs>
                  <a:gs pos="100000">
                    <a:srgbClr val="FC809B"/>
                  </a:gs>
                </a:gsLst>
                <a:lin ang="5400012" scaled="0"/>
              </a:gra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69"/>
              <p:cNvSpPr/>
              <p:nvPr/>
            </p:nvSpPr>
            <p:spPr>
              <a:xfrm>
                <a:off x="5360634" y="1526348"/>
                <a:ext cx="170547" cy="138713"/>
              </a:xfrm>
              <a:custGeom>
                <a:avLst/>
                <a:gdLst/>
                <a:ahLst/>
                <a:cxnLst/>
                <a:rect l="l" t="t" r="r" b="b"/>
                <a:pathLst>
                  <a:path w="14031" h="11412" extrusionOk="0">
                    <a:moveTo>
                      <a:pt x="3685" y="1"/>
                    </a:moveTo>
                    <a:cubicBezTo>
                      <a:pt x="1657" y="1"/>
                      <a:pt x="0" y="1641"/>
                      <a:pt x="0" y="3686"/>
                    </a:cubicBezTo>
                    <a:cubicBezTo>
                      <a:pt x="0" y="4565"/>
                      <a:pt x="0" y="6881"/>
                      <a:pt x="5004" y="10109"/>
                    </a:cubicBezTo>
                    <a:lnTo>
                      <a:pt x="7015" y="11412"/>
                    </a:lnTo>
                    <a:lnTo>
                      <a:pt x="9027" y="10109"/>
                    </a:lnTo>
                    <a:cubicBezTo>
                      <a:pt x="14030" y="6881"/>
                      <a:pt x="14030" y="4565"/>
                      <a:pt x="14030" y="3686"/>
                    </a:cubicBezTo>
                    <a:cubicBezTo>
                      <a:pt x="14030" y="1641"/>
                      <a:pt x="12390" y="1"/>
                      <a:pt x="10345" y="1"/>
                    </a:cubicBezTo>
                    <a:cubicBezTo>
                      <a:pt x="8874" y="1"/>
                      <a:pt x="7623" y="846"/>
                      <a:pt x="7015" y="2081"/>
                    </a:cubicBezTo>
                    <a:cubicBezTo>
                      <a:pt x="6424" y="846"/>
                      <a:pt x="5155" y="1"/>
                      <a:pt x="3685" y="1"/>
                    </a:cubicBezTo>
                    <a:close/>
                  </a:path>
                </a:pathLst>
              </a:custGeom>
              <a:solidFill>
                <a:schemeClr val="accent6"/>
              </a:solidFill>
              <a:ln>
                <a:noFill/>
              </a:ln>
              <a:effectLst>
                <a:outerShdw blurRad="57150" dist="19050" dir="5400000" algn="bl" rotWithShape="0">
                  <a:srgbClr val="5352EE">
                    <a:alpha val="25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0" name="Google Shape;1260;p69"/>
            <p:cNvGrpSpPr/>
            <p:nvPr/>
          </p:nvGrpSpPr>
          <p:grpSpPr>
            <a:xfrm>
              <a:off x="6134530" y="1282487"/>
              <a:ext cx="436632" cy="284986"/>
              <a:chOff x="4842900" y="2922987"/>
              <a:chExt cx="436632" cy="284986"/>
            </a:xfrm>
          </p:grpSpPr>
          <p:sp>
            <p:nvSpPr>
              <p:cNvPr id="1261" name="Google Shape;1261;p69"/>
              <p:cNvSpPr/>
              <p:nvPr/>
            </p:nvSpPr>
            <p:spPr>
              <a:xfrm>
                <a:off x="4842900" y="2922987"/>
                <a:ext cx="436632" cy="284986"/>
              </a:xfrm>
              <a:custGeom>
                <a:avLst/>
                <a:gdLst/>
                <a:ahLst/>
                <a:cxnLst/>
                <a:rect l="l" t="t" r="r" b="b"/>
                <a:pathLst>
                  <a:path w="35922" h="23446" extrusionOk="0">
                    <a:moveTo>
                      <a:pt x="3448" y="1"/>
                    </a:moveTo>
                    <a:cubicBezTo>
                      <a:pt x="1555" y="1"/>
                      <a:pt x="0" y="1538"/>
                      <a:pt x="0" y="3432"/>
                    </a:cubicBezTo>
                    <a:lnTo>
                      <a:pt x="0" y="15552"/>
                    </a:lnTo>
                    <a:cubicBezTo>
                      <a:pt x="0" y="17446"/>
                      <a:pt x="1555" y="18983"/>
                      <a:pt x="3448" y="18983"/>
                    </a:cubicBezTo>
                    <a:lnTo>
                      <a:pt x="24950" y="18983"/>
                    </a:lnTo>
                    <a:lnTo>
                      <a:pt x="29074" y="23446"/>
                    </a:lnTo>
                    <a:lnTo>
                      <a:pt x="29074" y="18983"/>
                    </a:lnTo>
                    <a:lnTo>
                      <a:pt x="32473" y="18983"/>
                    </a:lnTo>
                    <a:cubicBezTo>
                      <a:pt x="34382" y="18983"/>
                      <a:pt x="35921" y="17446"/>
                      <a:pt x="35921" y="15552"/>
                    </a:cubicBezTo>
                    <a:lnTo>
                      <a:pt x="35921" y="3432"/>
                    </a:lnTo>
                    <a:cubicBezTo>
                      <a:pt x="35921" y="1538"/>
                      <a:pt x="34382" y="1"/>
                      <a:pt x="32473" y="1"/>
                    </a:cubicBezTo>
                    <a:close/>
                  </a:path>
                </a:pathLst>
              </a:custGeom>
              <a:gradFill>
                <a:gsLst>
                  <a:gs pos="0">
                    <a:srgbClr val="81EEEB"/>
                  </a:gs>
                  <a:gs pos="100000">
                    <a:srgbClr val="3AE4DF"/>
                  </a:gs>
                </a:gsLst>
                <a:lin ang="8099331" scaled="0"/>
              </a:gra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69"/>
              <p:cNvSpPr/>
              <p:nvPr/>
            </p:nvSpPr>
            <p:spPr>
              <a:xfrm>
                <a:off x="4917676" y="3006198"/>
                <a:ext cx="287065" cy="60824"/>
              </a:xfrm>
              <a:custGeom>
                <a:avLst/>
                <a:gdLst/>
                <a:ahLst/>
                <a:cxnLst/>
                <a:rect l="l" t="t" r="r" b="b"/>
                <a:pathLst>
                  <a:path w="23617" h="5004" extrusionOk="0">
                    <a:moveTo>
                      <a:pt x="2503" y="0"/>
                    </a:moveTo>
                    <a:cubicBezTo>
                      <a:pt x="1117" y="0"/>
                      <a:pt x="1" y="1116"/>
                      <a:pt x="1" y="2502"/>
                    </a:cubicBezTo>
                    <a:cubicBezTo>
                      <a:pt x="1" y="3888"/>
                      <a:pt x="1117" y="5004"/>
                      <a:pt x="2503" y="5004"/>
                    </a:cubicBezTo>
                    <a:cubicBezTo>
                      <a:pt x="3873" y="5004"/>
                      <a:pt x="4988" y="3888"/>
                      <a:pt x="4988" y="2502"/>
                    </a:cubicBezTo>
                    <a:cubicBezTo>
                      <a:pt x="4988" y="1116"/>
                      <a:pt x="3873" y="0"/>
                      <a:pt x="2503" y="0"/>
                    </a:cubicBezTo>
                    <a:close/>
                    <a:moveTo>
                      <a:pt x="11817" y="0"/>
                    </a:moveTo>
                    <a:cubicBezTo>
                      <a:pt x="10431" y="0"/>
                      <a:pt x="9316" y="1116"/>
                      <a:pt x="9316" y="2502"/>
                    </a:cubicBezTo>
                    <a:cubicBezTo>
                      <a:pt x="9316" y="3888"/>
                      <a:pt x="10431" y="5004"/>
                      <a:pt x="11817" y="5004"/>
                    </a:cubicBezTo>
                    <a:cubicBezTo>
                      <a:pt x="13186" y="5004"/>
                      <a:pt x="14301" y="3888"/>
                      <a:pt x="14301" y="2502"/>
                    </a:cubicBezTo>
                    <a:cubicBezTo>
                      <a:pt x="14301" y="1116"/>
                      <a:pt x="13186" y="0"/>
                      <a:pt x="11817" y="0"/>
                    </a:cubicBezTo>
                    <a:close/>
                    <a:moveTo>
                      <a:pt x="21131" y="0"/>
                    </a:moveTo>
                    <a:cubicBezTo>
                      <a:pt x="19744" y="0"/>
                      <a:pt x="18629" y="1116"/>
                      <a:pt x="18629" y="2502"/>
                    </a:cubicBezTo>
                    <a:cubicBezTo>
                      <a:pt x="18629" y="3888"/>
                      <a:pt x="19744" y="5004"/>
                      <a:pt x="21131" y="5004"/>
                    </a:cubicBezTo>
                    <a:cubicBezTo>
                      <a:pt x="22500" y="5004"/>
                      <a:pt x="23616" y="3888"/>
                      <a:pt x="23616" y="2502"/>
                    </a:cubicBezTo>
                    <a:cubicBezTo>
                      <a:pt x="23616" y="1116"/>
                      <a:pt x="22500" y="0"/>
                      <a:pt x="21131" y="0"/>
                    </a:cubicBezTo>
                    <a:close/>
                  </a:path>
                </a:pathLst>
              </a:custGeom>
              <a:solidFill>
                <a:srgbClr val="FFFFFF"/>
              </a:soli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3" name="Google Shape;1263;p69"/>
            <p:cNvGrpSpPr/>
            <p:nvPr/>
          </p:nvGrpSpPr>
          <p:grpSpPr>
            <a:xfrm>
              <a:off x="6606725" y="3176801"/>
              <a:ext cx="767400" cy="767700"/>
              <a:chOff x="3411244" y="2324176"/>
              <a:chExt cx="767400" cy="767700"/>
            </a:xfrm>
          </p:grpSpPr>
          <p:sp>
            <p:nvSpPr>
              <p:cNvPr id="1264" name="Google Shape;1264;p69"/>
              <p:cNvSpPr/>
              <p:nvPr/>
            </p:nvSpPr>
            <p:spPr>
              <a:xfrm>
                <a:off x="3411244" y="2324176"/>
                <a:ext cx="767400" cy="767700"/>
              </a:xfrm>
              <a:prstGeom prst="ellipse">
                <a:avLst/>
              </a:prstGeom>
              <a:gradFill>
                <a:gsLst>
                  <a:gs pos="0">
                    <a:schemeClr val="lt1"/>
                  </a:gs>
                  <a:gs pos="100000">
                    <a:srgbClr val="66BEE9">
                      <a:alpha val="34509"/>
                    </a:srgbClr>
                  </a:gs>
                </a:gsLst>
                <a:lin ang="5400012" scaled="0"/>
              </a:gradFill>
              <a:ln>
                <a:noFill/>
              </a:ln>
              <a:effectLst>
                <a:outerShdw blurRad="157163" dist="85725" dir="5400000" algn="bl" rotWithShape="0">
                  <a:schemeClr val="dk1">
                    <a:alpha val="38000"/>
                  </a:scheme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5" name="Google Shape;1265;p69"/>
              <p:cNvGrpSpPr/>
              <p:nvPr/>
            </p:nvGrpSpPr>
            <p:grpSpPr>
              <a:xfrm>
                <a:off x="3567490" y="2480533"/>
                <a:ext cx="454894" cy="454955"/>
                <a:chOff x="7346343" y="1336537"/>
                <a:chExt cx="269999" cy="269987"/>
              </a:xfrm>
            </p:grpSpPr>
            <p:sp>
              <p:nvSpPr>
                <p:cNvPr id="1266" name="Google Shape;1266;p69"/>
                <p:cNvSpPr/>
                <p:nvPr/>
              </p:nvSpPr>
              <p:spPr>
                <a:xfrm>
                  <a:off x="7346343" y="1336537"/>
                  <a:ext cx="269999" cy="269987"/>
                </a:xfrm>
                <a:custGeom>
                  <a:avLst/>
                  <a:gdLst/>
                  <a:ahLst/>
                  <a:cxnLst/>
                  <a:rect l="l" t="t" r="r" b="b"/>
                  <a:pathLst>
                    <a:path w="22213" h="22212" extrusionOk="0">
                      <a:moveTo>
                        <a:pt x="11106" y="0"/>
                      </a:moveTo>
                      <a:cubicBezTo>
                        <a:pt x="4987" y="0"/>
                        <a:pt x="1" y="4986"/>
                        <a:pt x="1" y="11105"/>
                      </a:cubicBezTo>
                      <a:cubicBezTo>
                        <a:pt x="1" y="17242"/>
                        <a:pt x="4987" y="22212"/>
                        <a:pt x="11106" y="22212"/>
                      </a:cubicBezTo>
                      <a:cubicBezTo>
                        <a:pt x="17225" y="22212"/>
                        <a:pt x="22212" y="17242"/>
                        <a:pt x="22212" y="11105"/>
                      </a:cubicBezTo>
                      <a:cubicBezTo>
                        <a:pt x="22212" y="4986"/>
                        <a:pt x="17225" y="0"/>
                        <a:pt x="11106" y="0"/>
                      </a:cubicBezTo>
                      <a:close/>
                    </a:path>
                  </a:pathLst>
                </a:custGeom>
                <a:solidFill>
                  <a:schemeClr val="accent3"/>
                </a:soli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69"/>
                <p:cNvSpPr/>
                <p:nvPr/>
              </p:nvSpPr>
              <p:spPr>
                <a:xfrm>
                  <a:off x="7433869" y="1375348"/>
                  <a:ext cx="97191" cy="96195"/>
                </a:xfrm>
                <a:custGeom>
                  <a:avLst/>
                  <a:gdLst/>
                  <a:ahLst/>
                  <a:cxnLst/>
                  <a:rect l="l" t="t" r="r" b="b"/>
                  <a:pathLst>
                    <a:path w="7996" h="7914" extrusionOk="0">
                      <a:moveTo>
                        <a:pt x="4011" y="1"/>
                      </a:moveTo>
                      <a:cubicBezTo>
                        <a:pt x="1859" y="1"/>
                        <a:pt x="84" y="1730"/>
                        <a:pt x="51" y="3889"/>
                      </a:cubicBezTo>
                      <a:cubicBezTo>
                        <a:pt x="1" y="6070"/>
                        <a:pt x="1741" y="7879"/>
                        <a:pt x="3922" y="7912"/>
                      </a:cubicBezTo>
                      <a:cubicBezTo>
                        <a:pt x="3954" y="7913"/>
                        <a:pt x="3986" y="7913"/>
                        <a:pt x="4017" y="7913"/>
                      </a:cubicBezTo>
                      <a:cubicBezTo>
                        <a:pt x="6171" y="7913"/>
                        <a:pt x="7912" y="6191"/>
                        <a:pt x="7962" y="4042"/>
                      </a:cubicBezTo>
                      <a:cubicBezTo>
                        <a:pt x="7995" y="1861"/>
                        <a:pt x="6255" y="53"/>
                        <a:pt x="4074" y="1"/>
                      </a:cubicBezTo>
                      <a:cubicBezTo>
                        <a:pt x="4053" y="1"/>
                        <a:pt x="4032" y="1"/>
                        <a:pt x="4011" y="1"/>
                      </a:cubicBezTo>
                      <a:close/>
                    </a:path>
                  </a:pathLst>
                </a:custGeom>
                <a:solidFill>
                  <a:schemeClr val="lt1"/>
                </a:soli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69"/>
                <p:cNvSpPr/>
                <p:nvPr/>
              </p:nvSpPr>
              <p:spPr>
                <a:xfrm>
                  <a:off x="7387633" y="1492447"/>
                  <a:ext cx="184732" cy="105676"/>
                </a:xfrm>
                <a:custGeom>
                  <a:avLst/>
                  <a:gdLst/>
                  <a:ahLst/>
                  <a:cxnLst/>
                  <a:rect l="l" t="t" r="r" b="b"/>
                  <a:pathLst>
                    <a:path w="15198" h="8694" extrusionOk="0">
                      <a:moveTo>
                        <a:pt x="7551" y="1"/>
                      </a:moveTo>
                      <a:cubicBezTo>
                        <a:pt x="4102" y="1"/>
                        <a:pt x="1150" y="2179"/>
                        <a:pt x="1" y="5243"/>
                      </a:cubicBezTo>
                      <a:cubicBezTo>
                        <a:pt x="1860" y="7305"/>
                        <a:pt x="4531" y="8641"/>
                        <a:pt x="7540" y="8691"/>
                      </a:cubicBezTo>
                      <a:cubicBezTo>
                        <a:pt x="7618" y="8693"/>
                        <a:pt x="7697" y="8694"/>
                        <a:pt x="7775" y="8694"/>
                      </a:cubicBezTo>
                      <a:cubicBezTo>
                        <a:pt x="10690" y="8694"/>
                        <a:pt x="13321" y="7473"/>
                        <a:pt x="15198" y="5531"/>
                      </a:cubicBezTo>
                      <a:cubicBezTo>
                        <a:pt x="14150" y="2369"/>
                        <a:pt x="11208" y="54"/>
                        <a:pt x="7709" y="3"/>
                      </a:cubicBezTo>
                      <a:cubicBezTo>
                        <a:pt x="7656" y="2"/>
                        <a:pt x="7603" y="1"/>
                        <a:pt x="7551" y="1"/>
                      </a:cubicBezTo>
                      <a:close/>
                    </a:path>
                  </a:pathLst>
                </a:custGeom>
                <a:solidFill>
                  <a:schemeClr val="lt1"/>
                </a:soli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9" name="Google Shape;1269;p69"/>
            <p:cNvGrpSpPr/>
            <p:nvPr/>
          </p:nvGrpSpPr>
          <p:grpSpPr>
            <a:xfrm>
              <a:off x="5236755" y="1884550"/>
              <a:ext cx="707500" cy="707475"/>
              <a:chOff x="5146250" y="3137125"/>
              <a:chExt cx="707500" cy="707475"/>
            </a:xfrm>
          </p:grpSpPr>
          <p:sp>
            <p:nvSpPr>
              <p:cNvPr id="1270" name="Google Shape;1270;p69"/>
              <p:cNvSpPr/>
              <p:nvPr/>
            </p:nvSpPr>
            <p:spPr>
              <a:xfrm>
                <a:off x="5146250" y="3137125"/>
                <a:ext cx="707500" cy="707475"/>
              </a:xfrm>
              <a:custGeom>
                <a:avLst/>
                <a:gdLst/>
                <a:ahLst/>
                <a:cxnLst/>
                <a:rect l="l" t="t" r="r" b="b"/>
                <a:pathLst>
                  <a:path w="28300" h="28299" extrusionOk="0">
                    <a:moveTo>
                      <a:pt x="25260" y="28298"/>
                    </a:moveTo>
                    <a:lnTo>
                      <a:pt x="3040" y="28298"/>
                    </a:lnTo>
                    <a:cubicBezTo>
                      <a:pt x="1369" y="28298"/>
                      <a:pt x="1" y="26931"/>
                      <a:pt x="1" y="25259"/>
                    </a:cubicBezTo>
                    <a:lnTo>
                      <a:pt x="1" y="3040"/>
                    </a:lnTo>
                    <a:cubicBezTo>
                      <a:pt x="1" y="1368"/>
                      <a:pt x="1369" y="0"/>
                      <a:pt x="3040" y="0"/>
                    </a:cubicBezTo>
                    <a:lnTo>
                      <a:pt x="25260" y="0"/>
                    </a:lnTo>
                    <a:cubicBezTo>
                      <a:pt x="26931" y="0"/>
                      <a:pt x="28299" y="1368"/>
                      <a:pt x="28299" y="3040"/>
                    </a:cubicBezTo>
                    <a:lnTo>
                      <a:pt x="28299" y="25259"/>
                    </a:lnTo>
                    <a:cubicBezTo>
                      <a:pt x="28299" y="26931"/>
                      <a:pt x="26931" y="28298"/>
                      <a:pt x="25260" y="28298"/>
                    </a:cubicBezTo>
                    <a:close/>
                  </a:path>
                </a:pathLst>
              </a:custGeom>
              <a:solidFill>
                <a:schemeClr val="lt2"/>
              </a:solidFill>
              <a:ln>
                <a:noFill/>
              </a:ln>
              <a:effectLst>
                <a:outerShdw blurRad="57150" dist="38100" dir="5400000" algn="bl" rotWithShape="0">
                  <a:schemeClr val="dk1">
                    <a:alpha val="2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69"/>
              <p:cNvSpPr/>
              <p:nvPr/>
            </p:nvSpPr>
            <p:spPr>
              <a:xfrm>
                <a:off x="5241250" y="3704000"/>
                <a:ext cx="297150" cy="47900"/>
              </a:xfrm>
              <a:custGeom>
                <a:avLst/>
                <a:gdLst/>
                <a:ahLst/>
                <a:cxnLst/>
                <a:rect l="l" t="t" r="r" b="b"/>
                <a:pathLst>
                  <a:path w="11886" h="1916" extrusionOk="0">
                    <a:moveTo>
                      <a:pt x="10943" y="1915"/>
                    </a:moveTo>
                    <a:lnTo>
                      <a:pt x="943" y="1915"/>
                    </a:lnTo>
                    <a:cubicBezTo>
                      <a:pt x="426" y="1915"/>
                      <a:pt x="0" y="1490"/>
                      <a:pt x="0" y="942"/>
                    </a:cubicBezTo>
                    <a:lnTo>
                      <a:pt x="0" y="942"/>
                    </a:lnTo>
                    <a:cubicBezTo>
                      <a:pt x="0" y="426"/>
                      <a:pt x="426" y="0"/>
                      <a:pt x="943" y="0"/>
                    </a:cubicBezTo>
                    <a:lnTo>
                      <a:pt x="10943" y="0"/>
                    </a:lnTo>
                    <a:cubicBezTo>
                      <a:pt x="11459" y="0"/>
                      <a:pt x="11885" y="426"/>
                      <a:pt x="11885" y="942"/>
                    </a:cubicBezTo>
                    <a:lnTo>
                      <a:pt x="11885" y="942"/>
                    </a:lnTo>
                    <a:cubicBezTo>
                      <a:pt x="11885" y="1490"/>
                      <a:pt x="11459" y="1915"/>
                      <a:pt x="10943" y="1915"/>
                    </a:cubicBezTo>
                    <a:close/>
                  </a:path>
                </a:pathLst>
              </a:custGeom>
              <a:solidFill>
                <a:srgbClr val="DEDBF9"/>
              </a:solidFill>
              <a:ln>
                <a:noFill/>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69"/>
              <p:cNvSpPr/>
              <p:nvPr/>
            </p:nvSpPr>
            <p:spPr>
              <a:xfrm>
                <a:off x="5241250" y="3704000"/>
                <a:ext cx="297150" cy="47900"/>
              </a:xfrm>
              <a:custGeom>
                <a:avLst/>
                <a:gdLst/>
                <a:ahLst/>
                <a:cxnLst/>
                <a:rect l="l" t="t" r="r" b="b"/>
                <a:pathLst>
                  <a:path w="11886" h="1916" fill="none" extrusionOk="0">
                    <a:moveTo>
                      <a:pt x="10943" y="1915"/>
                    </a:moveTo>
                    <a:lnTo>
                      <a:pt x="943" y="1915"/>
                    </a:lnTo>
                    <a:cubicBezTo>
                      <a:pt x="426" y="1915"/>
                      <a:pt x="0" y="1490"/>
                      <a:pt x="0" y="942"/>
                    </a:cubicBezTo>
                    <a:lnTo>
                      <a:pt x="0" y="942"/>
                    </a:lnTo>
                    <a:cubicBezTo>
                      <a:pt x="0" y="426"/>
                      <a:pt x="426" y="0"/>
                      <a:pt x="943" y="0"/>
                    </a:cubicBezTo>
                    <a:lnTo>
                      <a:pt x="10943" y="0"/>
                    </a:lnTo>
                    <a:cubicBezTo>
                      <a:pt x="11459" y="0"/>
                      <a:pt x="11885" y="426"/>
                      <a:pt x="11885" y="942"/>
                    </a:cubicBezTo>
                    <a:lnTo>
                      <a:pt x="11885" y="942"/>
                    </a:lnTo>
                    <a:cubicBezTo>
                      <a:pt x="11885" y="1490"/>
                      <a:pt x="11459" y="1915"/>
                      <a:pt x="10943" y="1915"/>
                    </a:cubicBezTo>
                    <a:close/>
                  </a:path>
                </a:pathLst>
              </a:custGeom>
              <a:noFill/>
              <a:ln w="9875" cap="flat" cmpd="sng">
                <a:solidFill>
                  <a:srgbClr val="E0DDFB"/>
                </a:solidFill>
                <a:prstDash val="solid"/>
                <a:miter lim="30395"/>
                <a:headEnd type="none" w="sm" len="sm"/>
                <a:tailEnd type="none" w="sm" len="sm"/>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69"/>
              <p:cNvSpPr/>
              <p:nvPr/>
            </p:nvSpPr>
            <p:spPr>
              <a:xfrm>
                <a:off x="5582425" y="3704000"/>
                <a:ext cx="176325" cy="47900"/>
              </a:xfrm>
              <a:custGeom>
                <a:avLst/>
                <a:gdLst/>
                <a:ahLst/>
                <a:cxnLst/>
                <a:rect l="l" t="t" r="r" b="b"/>
                <a:pathLst>
                  <a:path w="7053" h="1916" extrusionOk="0">
                    <a:moveTo>
                      <a:pt x="6111" y="1915"/>
                    </a:moveTo>
                    <a:lnTo>
                      <a:pt x="943" y="1915"/>
                    </a:lnTo>
                    <a:cubicBezTo>
                      <a:pt x="396" y="1915"/>
                      <a:pt x="1" y="1490"/>
                      <a:pt x="1" y="942"/>
                    </a:cubicBezTo>
                    <a:lnTo>
                      <a:pt x="1" y="942"/>
                    </a:lnTo>
                    <a:cubicBezTo>
                      <a:pt x="1" y="426"/>
                      <a:pt x="396" y="0"/>
                      <a:pt x="943" y="0"/>
                    </a:cubicBezTo>
                    <a:lnTo>
                      <a:pt x="6111" y="0"/>
                    </a:lnTo>
                    <a:cubicBezTo>
                      <a:pt x="6627" y="0"/>
                      <a:pt x="7053" y="426"/>
                      <a:pt x="7053" y="942"/>
                    </a:cubicBezTo>
                    <a:lnTo>
                      <a:pt x="7053" y="942"/>
                    </a:lnTo>
                    <a:cubicBezTo>
                      <a:pt x="7053" y="1490"/>
                      <a:pt x="6627" y="1915"/>
                      <a:pt x="6111" y="1915"/>
                    </a:cubicBezTo>
                    <a:close/>
                  </a:path>
                </a:pathLst>
              </a:custGeom>
              <a:solidFill>
                <a:srgbClr val="DEDBF9"/>
              </a:solidFill>
              <a:ln>
                <a:noFill/>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69"/>
              <p:cNvSpPr/>
              <p:nvPr/>
            </p:nvSpPr>
            <p:spPr>
              <a:xfrm>
                <a:off x="5582425" y="3704000"/>
                <a:ext cx="176325" cy="47900"/>
              </a:xfrm>
              <a:custGeom>
                <a:avLst/>
                <a:gdLst/>
                <a:ahLst/>
                <a:cxnLst/>
                <a:rect l="l" t="t" r="r" b="b"/>
                <a:pathLst>
                  <a:path w="7053" h="1916" fill="none" extrusionOk="0">
                    <a:moveTo>
                      <a:pt x="6111" y="1915"/>
                    </a:moveTo>
                    <a:lnTo>
                      <a:pt x="943" y="1915"/>
                    </a:lnTo>
                    <a:cubicBezTo>
                      <a:pt x="396" y="1915"/>
                      <a:pt x="1" y="1490"/>
                      <a:pt x="1" y="942"/>
                    </a:cubicBezTo>
                    <a:lnTo>
                      <a:pt x="1" y="942"/>
                    </a:lnTo>
                    <a:cubicBezTo>
                      <a:pt x="1" y="426"/>
                      <a:pt x="396" y="0"/>
                      <a:pt x="943" y="0"/>
                    </a:cubicBezTo>
                    <a:lnTo>
                      <a:pt x="6111" y="0"/>
                    </a:lnTo>
                    <a:cubicBezTo>
                      <a:pt x="6627" y="0"/>
                      <a:pt x="7053" y="426"/>
                      <a:pt x="7053" y="942"/>
                    </a:cubicBezTo>
                    <a:lnTo>
                      <a:pt x="7053" y="942"/>
                    </a:lnTo>
                    <a:cubicBezTo>
                      <a:pt x="7053" y="1490"/>
                      <a:pt x="6627" y="1915"/>
                      <a:pt x="6111" y="1915"/>
                    </a:cubicBezTo>
                    <a:close/>
                  </a:path>
                </a:pathLst>
              </a:custGeom>
              <a:noFill/>
              <a:ln w="9875" cap="flat" cmpd="sng">
                <a:solidFill>
                  <a:srgbClr val="E0DDFB"/>
                </a:solidFill>
                <a:prstDash val="solid"/>
                <a:miter lim="30395"/>
                <a:headEnd type="none" w="sm" len="sm"/>
                <a:tailEnd type="none" w="sm" len="sm"/>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69"/>
              <p:cNvSpPr/>
              <p:nvPr/>
            </p:nvSpPr>
            <p:spPr>
              <a:xfrm>
                <a:off x="5241250" y="3232850"/>
                <a:ext cx="517500" cy="285750"/>
              </a:xfrm>
              <a:custGeom>
                <a:avLst/>
                <a:gdLst/>
                <a:ahLst/>
                <a:cxnLst/>
                <a:rect l="l" t="t" r="r" b="b"/>
                <a:pathLst>
                  <a:path w="20700" h="11430" extrusionOk="0">
                    <a:moveTo>
                      <a:pt x="19180" y="11430"/>
                    </a:moveTo>
                    <a:lnTo>
                      <a:pt x="1520" y="11430"/>
                    </a:lnTo>
                    <a:cubicBezTo>
                      <a:pt x="669" y="11430"/>
                      <a:pt x="0" y="10761"/>
                      <a:pt x="0" y="9910"/>
                    </a:cubicBezTo>
                    <a:lnTo>
                      <a:pt x="0" y="1521"/>
                    </a:lnTo>
                    <a:cubicBezTo>
                      <a:pt x="0" y="670"/>
                      <a:pt x="669" y="1"/>
                      <a:pt x="1520" y="1"/>
                    </a:cubicBezTo>
                    <a:lnTo>
                      <a:pt x="19180" y="1"/>
                    </a:lnTo>
                    <a:cubicBezTo>
                      <a:pt x="20031" y="1"/>
                      <a:pt x="20700" y="670"/>
                      <a:pt x="20700" y="1521"/>
                    </a:cubicBezTo>
                    <a:lnTo>
                      <a:pt x="20700" y="9910"/>
                    </a:lnTo>
                    <a:cubicBezTo>
                      <a:pt x="20700" y="10761"/>
                      <a:pt x="20031" y="11430"/>
                      <a:pt x="19180" y="11430"/>
                    </a:cubicBezTo>
                    <a:close/>
                  </a:path>
                </a:pathLst>
              </a:custGeom>
              <a:solidFill>
                <a:schemeClr val="lt1"/>
              </a:solidFill>
              <a:ln>
                <a:noFill/>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69"/>
              <p:cNvSpPr/>
              <p:nvPr/>
            </p:nvSpPr>
            <p:spPr>
              <a:xfrm>
                <a:off x="5241250" y="3232850"/>
                <a:ext cx="517500" cy="285750"/>
              </a:xfrm>
              <a:custGeom>
                <a:avLst/>
                <a:gdLst/>
                <a:ahLst/>
                <a:cxnLst/>
                <a:rect l="l" t="t" r="r" b="b"/>
                <a:pathLst>
                  <a:path w="20700" h="11430" fill="none" extrusionOk="0">
                    <a:moveTo>
                      <a:pt x="19180" y="11430"/>
                    </a:moveTo>
                    <a:lnTo>
                      <a:pt x="1520" y="11430"/>
                    </a:lnTo>
                    <a:cubicBezTo>
                      <a:pt x="669" y="11430"/>
                      <a:pt x="0" y="10761"/>
                      <a:pt x="0" y="9910"/>
                    </a:cubicBezTo>
                    <a:lnTo>
                      <a:pt x="0" y="1521"/>
                    </a:lnTo>
                    <a:cubicBezTo>
                      <a:pt x="0" y="670"/>
                      <a:pt x="669" y="1"/>
                      <a:pt x="1520" y="1"/>
                    </a:cubicBezTo>
                    <a:lnTo>
                      <a:pt x="19180" y="1"/>
                    </a:lnTo>
                    <a:cubicBezTo>
                      <a:pt x="20031" y="1"/>
                      <a:pt x="20700" y="670"/>
                      <a:pt x="20700" y="1521"/>
                    </a:cubicBezTo>
                    <a:lnTo>
                      <a:pt x="20700" y="9910"/>
                    </a:lnTo>
                    <a:cubicBezTo>
                      <a:pt x="20700" y="10761"/>
                      <a:pt x="20031" y="11430"/>
                      <a:pt x="19180" y="11430"/>
                    </a:cubicBezTo>
                    <a:close/>
                  </a:path>
                </a:pathLst>
              </a:custGeom>
              <a:noFill/>
              <a:ln w="9875" cap="flat" cmpd="sng">
                <a:solidFill>
                  <a:schemeClr val="lt1"/>
                </a:solidFill>
                <a:prstDash val="solid"/>
                <a:miter lim="30395"/>
                <a:headEnd type="none" w="sm" len="sm"/>
                <a:tailEnd type="none" w="sm" len="sm"/>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69"/>
              <p:cNvSpPr/>
              <p:nvPr/>
            </p:nvSpPr>
            <p:spPr>
              <a:xfrm>
                <a:off x="5458575" y="3324050"/>
                <a:ext cx="86650" cy="101850"/>
              </a:xfrm>
              <a:custGeom>
                <a:avLst/>
                <a:gdLst/>
                <a:ahLst/>
                <a:cxnLst/>
                <a:rect l="l" t="t" r="r" b="b"/>
                <a:pathLst>
                  <a:path w="3466" h="4074" extrusionOk="0">
                    <a:moveTo>
                      <a:pt x="3222" y="1703"/>
                    </a:moveTo>
                    <a:lnTo>
                      <a:pt x="578" y="152"/>
                    </a:lnTo>
                    <a:cubicBezTo>
                      <a:pt x="304" y="0"/>
                      <a:pt x="0" y="183"/>
                      <a:pt x="0" y="487"/>
                    </a:cubicBezTo>
                    <a:lnTo>
                      <a:pt x="0" y="3557"/>
                    </a:lnTo>
                    <a:cubicBezTo>
                      <a:pt x="0" y="3861"/>
                      <a:pt x="304" y="4073"/>
                      <a:pt x="578" y="3921"/>
                    </a:cubicBezTo>
                    <a:lnTo>
                      <a:pt x="3222" y="2341"/>
                    </a:lnTo>
                    <a:cubicBezTo>
                      <a:pt x="3466" y="2250"/>
                      <a:pt x="3466" y="1855"/>
                      <a:pt x="3222" y="1703"/>
                    </a:cubicBezTo>
                    <a:close/>
                  </a:path>
                </a:pathLst>
              </a:custGeom>
              <a:solidFill>
                <a:schemeClr val="accent3"/>
              </a:solidFill>
              <a:ln>
                <a:noFill/>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69"/>
              <p:cNvSpPr/>
              <p:nvPr/>
            </p:nvSpPr>
            <p:spPr>
              <a:xfrm>
                <a:off x="5257200" y="3608250"/>
                <a:ext cx="484850" cy="25"/>
              </a:xfrm>
              <a:custGeom>
                <a:avLst/>
                <a:gdLst/>
                <a:ahLst/>
                <a:cxnLst/>
                <a:rect l="l" t="t" r="r" b="b"/>
                <a:pathLst>
                  <a:path w="19394" h="1" fill="none" extrusionOk="0">
                    <a:moveTo>
                      <a:pt x="1" y="0"/>
                    </a:moveTo>
                    <a:lnTo>
                      <a:pt x="19393" y="0"/>
                    </a:lnTo>
                  </a:path>
                </a:pathLst>
              </a:custGeom>
              <a:noFill/>
              <a:ln w="19000" cap="rnd" cmpd="sng">
                <a:solidFill>
                  <a:srgbClr val="DEDBF9"/>
                </a:solidFill>
                <a:prstDash val="solid"/>
                <a:miter lim="30395"/>
                <a:headEnd type="none" w="sm" len="sm"/>
                <a:tailEnd type="none" w="sm" len="sm"/>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69"/>
              <p:cNvSpPr/>
              <p:nvPr/>
            </p:nvSpPr>
            <p:spPr>
              <a:xfrm>
                <a:off x="5257200" y="3608250"/>
                <a:ext cx="152775" cy="25"/>
              </a:xfrm>
              <a:custGeom>
                <a:avLst/>
                <a:gdLst/>
                <a:ahLst/>
                <a:cxnLst/>
                <a:rect l="l" t="t" r="r" b="b"/>
                <a:pathLst>
                  <a:path w="6111" h="1" fill="none" extrusionOk="0">
                    <a:moveTo>
                      <a:pt x="1" y="0"/>
                    </a:moveTo>
                    <a:lnTo>
                      <a:pt x="6110" y="0"/>
                    </a:lnTo>
                  </a:path>
                </a:pathLst>
              </a:custGeom>
              <a:noFill/>
              <a:ln w="19000" cap="rnd" cmpd="sng">
                <a:solidFill>
                  <a:srgbClr val="D074B5"/>
                </a:solidFill>
                <a:prstDash val="solid"/>
                <a:miter lim="30395"/>
                <a:headEnd type="none" w="sm" len="sm"/>
                <a:tailEnd type="none" w="sm" len="sm"/>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69"/>
              <p:cNvSpPr/>
              <p:nvPr/>
            </p:nvSpPr>
            <p:spPr>
              <a:xfrm>
                <a:off x="5365100" y="3576325"/>
                <a:ext cx="63100" cy="63100"/>
              </a:xfrm>
              <a:custGeom>
                <a:avLst/>
                <a:gdLst/>
                <a:ahLst/>
                <a:cxnLst/>
                <a:rect l="l" t="t" r="r" b="b"/>
                <a:pathLst>
                  <a:path w="2524" h="2524" extrusionOk="0">
                    <a:moveTo>
                      <a:pt x="2524" y="1277"/>
                    </a:moveTo>
                    <a:cubicBezTo>
                      <a:pt x="2524" y="1976"/>
                      <a:pt x="1977" y="2524"/>
                      <a:pt x="1277" y="2524"/>
                    </a:cubicBezTo>
                    <a:cubicBezTo>
                      <a:pt x="578" y="2524"/>
                      <a:pt x="1" y="1976"/>
                      <a:pt x="1" y="1277"/>
                    </a:cubicBezTo>
                    <a:cubicBezTo>
                      <a:pt x="1" y="578"/>
                      <a:pt x="578" y="1"/>
                      <a:pt x="1277" y="1"/>
                    </a:cubicBezTo>
                    <a:cubicBezTo>
                      <a:pt x="1977" y="1"/>
                      <a:pt x="2524" y="578"/>
                      <a:pt x="2524" y="1277"/>
                    </a:cubicBezTo>
                    <a:close/>
                  </a:path>
                </a:pathLst>
              </a:custGeom>
              <a:solidFill>
                <a:srgbClr val="DD81C2"/>
              </a:solidFill>
              <a:ln>
                <a:noFill/>
              </a:ln>
              <a:effectLst>
                <a:outerShdw blurRad="57150" dist="19050" dir="5400000" algn="bl" rotWithShape="0">
                  <a:schemeClr val="dk1">
                    <a:alpha val="16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69"/>
            <p:cNvGrpSpPr/>
            <p:nvPr/>
          </p:nvGrpSpPr>
          <p:grpSpPr>
            <a:xfrm>
              <a:off x="5495867" y="2789445"/>
              <a:ext cx="622391" cy="623829"/>
              <a:chOff x="5096713" y="3964200"/>
              <a:chExt cx="324500" cy="325250"/>
            </a:xfrm>
          </p:grpSpPr>
          <p:sp>
            <p:nvSpPr>
              <p:cNvPr id="1282" name="Google Shape;1282;p69"/>
              <p:cNvSpPr/>
              <p:nvPr/>
            </p:nvSpPr>
            <p:spPr>
              <a:xfrm>
                <a:off x="5096713" y="3964200"/>
                <a:ext cx="324500" cy="325250"/>
              </a:xfrm>
              <a:custGeom>
                <a:avLst/>
                <a:gdLst/>
                <a:ahLst/>
                <a:cxnLst/>
                <a:rect l="l" t="t" r="r" b="b"/>
                <a:pathLst>
                  <a:path w="12980" h="13010" extrusionOk="0">
                    <a:moveTo>
                      <a:pt x="6445" y="699"/>
                    </a:moveTo>
                    <a:cubicBezTo>
                      <a:pt x="9636" y="699"/>
                      <a:pt x="12250" y="3313"/>
                      <a:pt x="12250" y="6505"/>
                    </a:cubicBezTo>
                    <a:cubicBezTo>
                      <a:pt x="12250" y="9697"/>
                      <a:pt x="9667" y="12311"/>
                      <a:pt x="6445" y="12311"/>
                    </a:cubicBezTo>
                    <a:cubicBezTo>
                      <a:pt x="3253" y="12311"/>
                      <a:pt x="639" y="9727"/>
                      <a:pt x="639" y="6505"/>
                    </a:cubicBezTo>
                    <a:cubicBezTo>
                      <a:pt x="639" y="3313"/>
                      <a:pt x="3253" y="699"/>
                      <a:pt x="6445" y="699"/>
                    </a:cubicBezTo>
                    <a:close/>
                    <a:moveTo>
                      <a:pt x="6475" y="0"/>
                    </a:moveTo>
                    <a:cubicBezTo>
                      <a:pt x="2919" y="0"/>
                      <a:pt x="1" y="2949"/>
                      <a:pt x="1" y="6505"/>
                    </a:cubicBezTo>
                    <a:cubicBezTo>
                      <a:pt x="1" y="10092"/>
                      <a:pt x="2888" y="13010"/>
                      <a:pt x="6475" y="13010"/>
                    </a:cubicBezTo>
                    <a:cubicBezTo>
                      <a:pt x="10062" y="13010"/>
                      <a:pt x="12980" y="10092"/>
                      <a:pt x="12980" y="6505"/>
                    </a:cubicBezTo>
                    <a:cubicBezTo>
                      <a:pt x="12980" y="2949"/>
                      <a:pt x="10062" y="0"/>
                      <a:pt x="6475" y="0"/>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69"/>
              <p:cNvSpPr/>
              <p:nvPr/>
            </p:nvSpPr>
            <p:spPr>
              <a:xfrm>
                <a:off x="5185638" y="3964200"/>
                <a:ext cx="144400" cy="325250"/>
              </a:xfrm>
              <a:custGeom>
                <a:avLst/>
                <a:gdLst/>
                <a:ahLst/>
                <a:cxnLst/>
                <a:rect l="l" t="t" r="r" b="b"/>
                <a:pathLst>
                  <a:path w="5776" h="13010" extrusionOk="0">
                    <a:moveTo>
                      <a:pt x="2888" y="699"/>
                    </a:moveTo>
                    <a:cubicBezTo>
                      <a:pt x="3952" y="699"/>
                      <a:pt x="5137" y="3101"/>
                      <a:pt x="5137" y="6505"/>
                    </a:cubicBezTo>
                    <a:cubicBezTo>
                      <a:pt x="5137" y="9940"/>
                      <a:pt x="3952" y="12311"/>
                      <a:pt x="2888" y="12311"/>
                    </a:cubicBezTo>
                    <a:cubicBezTo>
                      <a:pt x="1824" y="12311"/>
                      <a:pt x="638" y="9940"/>
                      <a:pt x="638" y="6505"/>
                    </a:cubicBezTo>
                    <a:cubicBezTo>
                      <a:pt x="638" y="3101"/>
                      <a:pt x="1824" y="699"/>
                      <a:pt x="2888" y="699"/>
                    </a:cubicBezTo>
                    <a:close/>
                    <a:moveTo>
                      <a:pt x="2888" y="0"/>
                    </a:moveTo>
                    <a:cubicBezTo>
                      <a:pt x="1307" y="0"/>
                      <a:pt x="0" y="2857"/>
                      <a:pt x="0" y="6505"/>
                    </a:cubicBezTo>
                    <a:cubicBezTo>
                      <a:pt x="0" y="10152"/>
                      <a:pt x="1307" y="13010"/>
                      <a:pt x="2888" y="13010"/>
                    </a:cubicBezTo>
                    <a:cubicBezTo>
                      <a:pt x="4499" y="13010"/>
                      <a:pt x="5775" y="10152"/>
                      <a:pt x="5775" y="6505"/>
                    </a:cubicBezTo>
                    <a:cubicBezTo>
                      <a:pt x="5775" y="2857"/>
                      <a:pt x="4529" y="0"/>
                      <a:pt x="2888" y="0"/>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69"/>
              <p:cNvSpPr/>
              <p:nvPr/>
            </p:nvSpPr>
            <p:spPr>
              <a:xfrm>
                <a:off x="5104313" y="4119225"/>
                <a:ext cx="307800" cy="15975"/>
              </a:xfrm>
              <a:custGeom>
                <a:avLst/>
                <a:gdLst/>
                <a:ahLst/>
                <a:cxnLst/>
                <a:rect l="l" t="t" r="r" b="b"/>
                <a:pathLst>
                  <a:path w="12312" h="639" extrusionOk="0">
                    <a:moveTo>
                      <a:pt x="1" y="0"/>
                    </a:moveTo>
                    <a:lnTo>
                      <a:pt x="1" y="638"/>
                    </a:lnTo>
                    <a:lnTo>
                      <a:pt x="12311" y="638"/>
                    </a:lnTo>
                    <a:lnTo>
                      <a:pt x="12311" y="0"/>
                    </a:ln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69"/>
              <p:cNvSpPr/>
              <p:nvPr/>
            </p:nvSpPr>
            <p:spPr>
              <a:xfrm>
                <a:off x="5136238" y="4023475"/>
                <a:ext cx="243200" cy="43325"/>
              </a:xfrm>
              <a:custGeom>
                <a:avLst/>
                <a:gdLst/>
                <a:ahLst/>
                <a:cxnLst/>
                <a:rect l="l" t="t" r="r" b="b"/>
                <a:pathLst>
                  <a:path w="9728" h="1733" extrusionOk="0">
                    <a:moveTo>
                      <a:pt x="456" y="0"/>
                    </a:moveTo>
                    <a:lnTo>
                      <a:pt x="0" y="456"/>
                    </a:lnTo>
                    <a:cubicBezTo>
                      <a:pt x="31" y="486"/>
                      <a:pt x="1307" y="1733"/>
                      <a:pt x="4864" y="1733"/>
                    </a:cubicBezTo>
                    <a:cubicBezTo>
                      <a:pt x="8420" y="1733"/>
                      <a:pt x="9697" y="486"/>
                      <a:pt x="9727" y="456"/>
                    </a:cubicBezTo>
                    <a:lnTo>
                      <a:pt x="9271" y="0"/>
                    </a:lnTo>
                    <a:cubicBezTo>
                      <a:pt x="9271" y="0"/>
                      <a:pt x="8147" y="1094"/>
                      <a:pt x="4864" y="1094"/>
                    </a:cubicBezTo>
                    <a:cubicBezTo>
                      <a:pt x="1581" y="1094"/>
                      <a:pt x="456" y="0"/>
                      <a:pt x="456" y="0"/>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69"/>
              <p:cNvSpPr/>
              <p:nvPr/>
            </p:nvSpPr>
            <p:spPr>
              <a:xfrm>
                <a:off x="5136238" y="4187600"/>
                <a:ext cx="243200" cy="44100"/>
              </a:xfrm>
              <a:custGeom>
                <a:avLst/>
                <a:gdLst/>
                <a:ahLst/>
                <a:cxnLst/>
                <a:rect l="l" t="t" r="r" b="b"/>
                <a:pathLst>
                  <a:path w="9728" h="1764" extrusionOk="0">
                    <a:moveTo>
                      <a:pt x="4864" y="1"/>
                    </a:moveTo>
                    <a:cubicBezTo>
                      <a:pt x="1277" y="1"/>
                      <a:pt x="31" y="1247"/>
                      <a:pt x="0" y="1308"/>
                    </a:cubicBezTo>
                    <a:lnTo>
                      <a:pt x="456" y="1764"/>
                    </a:lnTo>
                    <a:cubicBezTo>
                      <a:pt x="456" y="1764"/>
                      <a:pt x="1581" y="639"/>
                      <a:pt x="4864" y="639"/>
                    </a:cubicBezTo>
                    <a:cubicBezTo>
                      <a:pt x="8147" y="639"/>
                      <a:pt x="9271" y="1764"/>
                      <a:pt x="9271" y="1764"/>
                    </a:cubicBezTo>
                    <a:lnTo>
                      <a:pt x="9727" y="1308"/>
                    </a:lnTo>
                    <a:cubicBezTo>
                      <a:pt x="9697" y="1247"/>
                      <a:pt x="8450" y="1"/>
                      <a:pt x="4864" y="1"/>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07" name="Google Shape;1207;p69"/>
          <p:cNvSpPr txBox="1">
            <a:spLocks noGrp="1"/>
          </p:cNvSpPr>
          <p:nvPr>
            <p:ph type="ctrTitle"/>
          </p:nvPr>
        </p:nvSpPr>
        <p:spPr>
          <a:xfrm>
            <a:off x="748842" y="2047370"/>
            <a:ext cx="4052730" cy="76758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t>TOPIC: POLYMORPHISM</a:t>
            </a:r>
            <a:endParaRPr sz="2800" dirty="0"/>
          </a:p>
        </p:txBody>
      </p:sp>
      <p:sp>
        <p:nvSpPr>
          <p:cNvPr id="1208" name="Google Shape;1208;p69"/>
          <p:cNvSpPr/>
          <p:nvPr/>
        </p:nvSpPr>
        <p:spPr>
          <a:xfrm>
            <a:off x="582250" y="4036774"/>
            <a:ext cx="2742136" cy="767700"/>
          </a:xfrm>
          <a:prstGeom prst="roundRect">
            <a:avLst>
              <a:gd name="adj" fmla="val 50000"/>
            </a:avLst>
          </a:prstGeom>
          <a:solidFill>
            <a:schemeClr val="lt2"/>
          </a:solidFill>
          <a:ln w="9525" cap="flat" cmpd="sng">
            <a:solidFill>
              <a:srgbClr val="D2D6FF"/>
            </a:solidFill>
            <a:prstDash val="solid"/>
            <a:round/>
            <a:headEnd type="none" w="sm" len="sm"/>
            <a:tailEnd type="none" w="sm" len="sm"/>
          </a:ln>
          <a:effectLst>
            <a:outerShdw blurRad="57150" dist="57150"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9" name="Google Shape;1209;p69"/>
          <p:cNvSpPr txBox="1">
            <a:spLocks noGrp="1"/>
          </p:cNvSpPr>
          <p:nvPr>
            <p:ph type="subTitle" idx="1"/>
          </p:nvPr>
        </p:nvSpPr>
        <p:spPr>
          <a:xfrm>
            <a:off x="644241" y="4104370"/>
            <a:ext cx="2455419" cy="60379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300" b="1" dirty="0"/>
              <a:t>Submitted By </a:t>
            </a:r>
          </a:p>
          <a:p>
            <a:pPr marL="0" lvl="0" indent="0" algn="ctr" rtl="0">
              <a:spcBef>
                <a:spcPts val="0"/>
              </a:spcBef>
              <a:spcAft>
                <a:spcPts val="0"/>
              </a:spcAft>
              <a:buNone/>
            </a:pPr>
            <a:r>
              <a:rPr lang="en-US" sz="2300" b="1" dirty="0"/>
              <a:t>Adnan Khan </a:t>
            </a:r>
            <a:endParaRPr sz="2300" b="1" dirty="0"/>
          </a:p>
        </p:txBody>
      </p:sp>
      <p:sp>
        <p:nvSpPr>
          <p:cNvPr id="1210" name="Google Shape;1210;p69"/>
          <p:cNvSpPr/>
          <p:nvPr/>
        </p:nvSpPr>
        <p:spPr>
          <a:xfrm>
            <a:off x="8006390" y="3886330"/>
            <a:ext cx="356425" cy="355650"/>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dk1"/>
          </a:solidFill>
          <a:ln>
            <a:noFill/>
          </a:ln>
          <a:effectLst>
            <a:outerShdw blurRad="57150" dist="38100" dir="5400000" algn="bl" rotWithShape="0">
              <a:schemeClr val="dk1">
                <a:alpha val="14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9"/>
          <p:cNvSpPr/>
          <p:nvPr/>
        </p:nvSpPr>
        <p:spPr>
          <a:xfrm>
            <a:off x="4816755" y="1104475"/>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6"/>
          </a:solidFill>
          <a:ln>
            <a:noFill/>
          </a:ln>
          <a:effectLst>
            <a:outerShdw blurRad="57150" dist="47625" dir="5400000" algn="bl" rotWithShape="0">
              <a:schemeClr val="dk1">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7" name="Google Shape;1287;p69"/>
          <p:cNvGrpSpPr/>
          <p:nvPr/>
        </p:nvGrpSpPr>
        <p:grpSpPr>
          <a:xfrm rot="10800000" flipH="1">
            <a:off x="830290" y="497323"/>
            <a:ext cx="429322" cy="93999"/>
            <a:chOff x="5840230" y="744468"/>
            <a:chExt cx="431653" cy="94500"/>
          </a:xfrm>
        </p:grpSpPr>
        <p:sp>
          <p:nvSpPr>
            <p:cNvPr id="1288" name="Google Shape;1288;p69"/>
            <p:cNvSpPr/>
            <p:nvPr/>
          </p:nvSpPr>
          <p:spPr>
            <a:xfrm>
              <a:off x="5840230" y="744468"/>
              <a:ext cx="94500" cy="94500"/>
            </a:xfrm>
            <a:prstGeom prst="ellipse">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69"/>
            <p:cNvSpPr/>
            <p:nvPr/>
          </p:nvSpPr>
          <p:spPr>
            <a:xfrm>
              <a:off x="6008807" y="744468"/>
              <a:ext cx="94500" cy="94500"/>
            </a:xfrm>
            <a:prstGeom prst="ellipse">
              <a:avLst/>
            </a:prstGeom>
            <a:solidFill>
              <a:schemeClr val="accent4"/>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69"/>
            <p:cNvSpPr/>
            <p:nvPr/>
          </p:nvSpPr>
          <p:spPr>
            <a:xfrm>
              <a:off x="6177384" y="744468"/>
              <a:ext cx="94500" cy="94500"/>
            </a:xfrm>
            <a:prstGeom prst="ellipse">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C95846F8-F266-9EED-97DE-CD8BA0E3FF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7885" y="716193"/>
            <a:ext cx="1230578" cy="1374932"/>
          </a:xfrm>
          <a:prstGeom prst="rect">
            <a:avLst/>
          </a:prstGeom>
        </p:spPr>
      </p:pic>
      <p:sp>
        <p:nvSpPr>
          <p:cNvPr id="5" name="Google Shape;1208;p69">
            <a:extLst>
              <a:ext uri="{FF2B5EF4-FFF2-40B4-BE49-F238E27FC236}">
                <a16:creationId xmlns:a16="http://schemas.microsoft.com/office/drawing/2014/main" id="{C7702560-0E66-34DD-6263-469484AFCBE2}"/>
              </a:ext>
            </a:extLst>
          </p:cNvPr>
          <p:cNvSpPr/>
          <p:nvPr/>
        </p:nvSpPr>
        <p:spPr>
          <a:xfrm>
            <a:off x="5211373" y="4036774"/>
            <a:ext cx="2742136" cy="767700"/>
          </a:xfrm>
          <a:prstGeom prst="roundRect">
            <a:avLst>
              <a:gd name="adj" fmla="val 50000"/>
            </a:avLst>
          </a:prstGeom>
          <a:solidFill>
            <a:schemeClr val="lt2"/>
          </a:solidFill>
          <a:ln w="9525" cap="flat" cmpd="sng">
            <a:solidFill>
              <a:srgbClr val="D2D6FF"/>
            </a:solidFill>
            <a:prstDash val="solid"/>
            <a:round/>
            <a:headEnd type="none" w="sm" len="sm"/>
            <a:tailEnd type="none" w="sm" len="sm"/>
          </a:ln>
          <a:effectLst>
            <a:outerShdw blurRad="57150" dist="57150"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209;p69">
            <a:extLst>
              <a:ext uri="{FF2B5EF4-FFF2-40B4-BE49-F238E27FC236}">
                <a16:creationId xmlns:a16="http://schemas.microsoft.com/office/drawing/2014/main" id="{D00A0501-7FC6-3FC7-32F6-82E92E40DFDD}"/>
              </a:ext>
            </a:extLst>
          </p:cNvPr>
          <p:cNvSpPr txBox="1">
            <a:spLocks/>
          </p:cNvSpPr>
          <p:nvPr/>
        </p:nvSpPr>
        <p:spPr>
          <a:xfrm>
            <a:off x="5273364" y="4104370"/>
            <a:ext cx="2455419" cy="60379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600" b="0" i="0" u="none" strike="noStrike" cap="none">
                <a:solidFill>
                  <a:schemeClr val="lt1"/>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2pPr>
            <a:lvl3pPr marL="1371600" marR="0" lvl="2"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3pPr>
            <a:lvl4pPr marL="1828800" marR="0" lvl="3"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4pPr>
            <a:lvl5pPr marL="2286000" marR="0" lvl="4"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5pPr>
            <a:lvl6pPr marL="2743200" marR="0" lvl="5"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6pPr>
            <a:lvl7pPr marL="3200400" marR="0" lvl="6"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7pPr>
            <a:lvl8pPr marL="3657600" marR="0" lvl="7"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8pPr>
            <a:lvl9pPr marL="4114800" marR="0" lvl="8"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9pPr>
          </a:lstStyle>
          <a:p>
            <a:pPr marL="0" indent="0"/>
            <a:r>
              <a:rPr lang="en-US" sz="2300" b="1" dirty="0"/>
              <a:t>Submitted To </a:t>
            </a:r>
          </a:p>
          <a:p>
            <a:pPr marL="0" indent="0"/>
            <a:r>
              <a:rPr lang="en-US" sz="2300" b="1" dirty="0"/>
              <a:t>Amit Sir</a:t>
            </a:r>
          </a:p>
        </p:txBody>
      </p:sp>
      <p:sp>
        <p:nvSpPr>
          <p:cNvPr id="7" name="Google Shape;1209;p69">
            <a:extLst>
              <a:ext uri="{FF2B5EF4-FFF2-40B4-BE49-F238E27FC236}">
                <a16:creationId xmlns:a16="http://schemas.microsoft.com/office/drawing/2014/main" id="{E0BD5D26-1B5F-B74A-C03E-EE8F024E2EA3}"/>
              </a:ext>
            </a:extLst>
          </p:cNvPr>
          <p:cNvSpPr txBox="1">
            <a:spLocks/>
          </p:cNvSpPr>
          <p:nvPr/>
        </p:nvSpPr>
        <p:spPr>
          <a:xfrm>
            <a:off x="668352" y="2935076"/>
            <a:ext cx="4201342" cy="60379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a:buNone/>
              <a:defRPr sz="1600" b="0" i="0" u="none" strike="noStrike" cap="none">
                <a:solidFill>
                  <a:schemeClr val="lt1"/>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2pPr>
            <a:lvl3pPr marL="1371600" marR="0" lvl="2"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3pPr>
            <a:lvl4pPr marL="1828800" marR="0" lvl="3"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4pPr>
            <a:lvl5pPr marL="2286000" marR="0" lvl="4"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5pPr>
            <a:lvl6pPr marL="2743200" marR="0" lvl="5"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6pPr>
            <a:lvl7pPr marL="3200400" marR="0" lvl="6"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7pPr>
            <a:lvl8pPr marL="3657600" marR="0" lvl="7"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8pPr>
            <a:lvl9pPr marL="4114800" marR="0" lvl="8" indent="-317500" algn="ctr" rtl="0">
              <a:lnSpc>
                <a:spcPct val="100000"/>
              </a:lnSpc>
              <a:spcBef>
                <a:spcPts val="0"/>
              </a:spcBef>
              <a:spcAft>
                <a:spcPts val="0"/>
              </a:spcAft>
              <a:buClr>
                <a:schemeClr val="dk1"/>
              </a:buClr>
              <a:buSzPts val="2800"/>
              <a:buFont typeface="Quicksand"/>
              <a:buNone/>
              <a:defRPr sz="2800" b="0" i="0" u="none" strike="noStrike" cap="none">
                <a:solidFill>
                  <a:schemeClr val="dk1"/>
                </a:solidFill>
                <a:latin typeface="Quicksand"/>
                <a:ea typeface="Quicksand"/>
                <a:cs typeface="Quicksand"/>
                <a:sym typeface="Quicksand"/>
              </a:defRPr>
            </a:lvl9pPr>
          </a:lstStyle>
          <a:p>
            <a:pPr marL="0" indent="0"/>
            <a:r>
              <a:rPr lang="en-US" sz="2300" b="1" dirty="0">
                <a:solidFill>
                  <a:schemeClr val="tx1">
                    <a:lumMod val="50000"/>
                  </a:schemeClr>
                </a:solidFill>
              </a:rPr>
              <a:t>Branch: C.S. V</a:t>
            </a:r>
            <a:r>
              <a:rPr lang="en-US" sz="2300" b="1" baseline="30000" dirty="0">
                <a:solidFill>
                  <a:schemeClr val="tx1">
                    <a:lumMod val="50000"/>
                  </a:schemeClr>
                </a:solidFill>
              </a:rPr>
              <a:t>th </a:t>
            </a:r>
            <a:r>
              <a:rPr lang="en-US" sz="2300" b="1" dirty="0">
                <a:solidFill>
                  <a:schemeClr val="tx1">
                    <a:lumMod val="50000"/>
                  </a:schemeClr>
                </a:solidFill>
              </a:rPr>
              <a:t>Sem</a:t>
            </a:r>
          </a:p>
          <a:p>
            <a:pPr marL="0" indent="0"/>
            <a:r>
              <a:rPr lang="en-US" sz="2300" b="1" dirty="0">
                <a:solidFill>
                  <a:schemeClr val="tx1">
                    <a:lumMod val="50000"/>
                  </a:schemeClr>
                </a:solidFill>
              </a:rPr>
              <a:t>Subject: Java Programming </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800" fill="hold"/>
                                        <p:tgtEl>
                                          <p:spTgt spid="1210"/>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1211"/>
                                        </p:tgtEl>
                                        <p:attrNameLst>
                                          <p:attrName>r</p:attrName>
                                        </p:attrNameLst>
                                      </p:cBhvr>
                                    </p:animRot>
                                  </p:childTnLst>
                                </p:cTn>
                              </p:par>
                            </p:childTnLst>
                          </p:cTn>
                        </p:par>
                        <p:par>
                          <p:cTn id="9" fill="hold">
                            <p:stCondLst>
                              <p:cond delay="800"/>
                            </p:stCondLst>
                            <p:childTnLst>
                              <p:par>
                                <p:cTn id="10" presetID="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1300"/>
                            </p:stCondLst>
                            <p:childTnLst>
                              <p:par>
                                <p:cTn id="15" presetID="2" presetClass="entr" presetSubtype="4" fill="hold" grpId="0" nodeType="afterEffect">
                                  <p:stCondLst>
                                    <p:cond delay="0"/>
                                  </p:stCondLst>
                                  <p:childTnLst>
                                    <p:set>
                                      <p:cBhvr>
                                        <p:cTn id="16" dur="1" fill="hold">
                                          <p:stCondLst>
                                            <p:cond delay="0"/>
                                          </p:stCondLst>
                                        </p:cTn>
                                        <p:tgtEl>
                                          <p:spTgt spid="1207"/>
                                        </p:tgtEl>
                                        <p:attrNameLst>
                                          <p:attrName>style.visibility</p:attrName>
                                        </p:attrNameLst>
                                      </p:cBhvr>
                                      <p:to>
                                        <p:strVal val="visible"/>
                                      </p:to>
                                    </p:set>
                                    <p:anim calcmode="lin" valueType="num">
                                      <p:cBhvr additive="base">
                                        <p:cTn id="17" dur="500" fill="hold"/>
                                        <p:tgtEl>
                                          <p:spTgt spid="1207"/>
                                        </p:tgtEl>
                                        <p:attrNameLst>
                                          <p:attrName>ppt_x</p:attrName>
                                        </p:attrNameLst>
                                      </p:cBhvr>
                                      <p:tavLst>
                                        <p:tav tm="0">
                                          <p:val>
                                            <p:strVal val="#ppt_x"/>
                                          </p:val>
                                        </p:tav>
                                        <p:tav tm="100000">
                                          <p:val>
                                            <p:strVal val="#ppt_x"/>
                                          </p:val>
                                        </p:tav>
                                      </p:tavLst>
                                    </p:anim>
                                    <p:anim calcmode="lin" valueType="num">
                                      <p:cBhvr additive="base">
                                        <p:cTn id="18" dur="500" fill="hold"/>
                                        <p:tgtEl>
                                          <p:spTgt spid="1207"/>
                                        </p:tgtEl>
                                        <p:attrNameLst>
                                          <p:attrName>ppt_y</p:attrName>
                                        </p:attrNameLst>
                                      </p:cBhvr>
                                      <p:tavLst>
                                        <p:tav tm="0">
                                          <p:val>
                                            <p:strVal val="1+#ppt_h/2"/>
                                          </p:val>
                                        </p:tav>
                                        <p:tav tm="100000">
                                          <p:val>
                                            <p:strVal val="#ppt_y"/>
                                          </p:val>
                                        </p:tav>
                                      </p:tavLst>
                                    </p:anim>
                                  </p:childTnLst>
                                </p:cTn>
                              </p:par>
                            </p:childTnLst>
                          </p:cTn>
                        </p:par>
                        <p:par>
                          <p:cTn id="19" fill="hold">
                            <p:stCondLst>
                              <p:cond delay="1800"/>
                            </p:stCondLst>
                            <p:childTnLst>
                              <p:par>
                                <p:cTn id="20" presetID="2" presetClass="entr" presetSubtype="4"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2300"/>
                            </p:stCondLst>
                            <p:childTnLst>
                              <p:par>
                                <p:cTn id="25" presetID="2" presetClass="entr" presetSubtype="4" fill="hold" nodeType="afterEffect">
                                  <p:stCondLst>
                                    <p:cond delay="0"/>
                                  </p:stCondLst>
                                  <p:childTnLst>
                                    <p:set>
                                      <p:cBhvr>
                                        <p:cTn id="26" dur="1" fill="hold">
                                          <p:stCondLst>
                                            <p:cond delay="0"/>
                                          </p:stCondLst>
                                        </p:cTn>
                                        <p:tgtEl>
                                          <p:spTgt spid="1209">
                                            <p:txEl>
                                              <p:pRg st="0" end="0"/>
                                            </p:txEl>
                                          </p:spTgt>
                                        </p:tgtEl>
                                        <p:attrNameLst>
                                          <p:attrName>style.visibility</p:attrName>
                                        </p:attrNameLst>
                                      </p:cBhvr>
                                      <p:to>
                                        <p:strVal val="visible"/>
                                      </p:to>
                                    </p:set>
                                    <p:anim calcmode="lin" valueType="num">
                                      <p:cBhvr additive="base">
                                        <p:cTn id="27" dur="500" fill="hold"/>
                                        <p:tgtEl>
                                          <p:spTgt spid="1209">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09">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09">
                                            <p:txEl>
                                              <p:pRg st="1" end="1"/>
                                            </p:txEl>
                                          </p:spTgt>
                                        </p:tgtEl>
                                        <p:attrNameLst>
                                          <p:attrName>style.visibility</p:attrName>
                                        </p:attrNameLst>
                                      </p:cBhvr>
                                      <p:to>
                                        <p:strVal val="visible"/>
                                      </p:to>
                                    </p:set>
                                    <p:anim calcmode="lin" valueType="num">
                                      <p:cBhvr additive="base">
                                        <p:cTn id="31" dur="500" fill="hold"/>
                                        <p:tgtEl>
                                          <p:spTgt spid="1209">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09">
                                            <p:txEl>
                                              <p:pRg st="1" end="1"/>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7" grpId="0"/>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70"/>
          <p:cNvSpPr txBox="1">
            <a:spLocks noGrp="1"/>
          </p:cNvSpPr>
          <p:nvPr>
            <p:ph type="title"/>
          </p:nvPr>
        </p:nvSpPr>
        <p:spPr>
          <a:xfrm>
            <a:off x="720000" y="694814"/>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Index 	</a:t>
            </a:r>
            <a:endParaRPr b="1" dirty="0">
              <a:latin typeface="Orbitron"/>
              <a:ea typeface="Orbitron"/>
              <a:cs typeface="Orbitron"/>
              <a:sym typeface="Orbitron"/>
            </a:endParaRPr>
          </a:p>
        </p:txBody>
      </p:sp>
      <p:sp>
        <p:nvSpPr>
          <p:cNvPr id="1296" name="Google Shape;1296;p70"/>
          <p:cNvSpPr txBox="1">
            <a:spLocks noGrp="1"/>
          </p:cNvSpPr>
          <p:nvPr>
            <p:ph type="body" idx="1"/>
          </p:nvPr>
        </p:nvSpPr>
        <p:spPr>
          <a:xfrm>
            <a:off x="720000" y="1160224"/>
            <a:ext cx="7704000" cy="2357891"/>
          </a:xfrm>
          <a:prstGeom prst="rect">
            <a:avLst/>
          </a:prstGeom>
        </p:spPr>
        <p:txBody>
          <a:bodyPr spcFirstLastPara="1" wrap="square" lIns="91425" tIns="91425" rIns="91425" bIns="91425" anchor="b" anchorCtr="0">
            <a:noAutofit/>
          </a:bodyPr>
          <a:lstStyle/>
          <a:p>
            <a:pPr marL="0" indent="0">
              <a:lnSpc>
                <a:spcPct val="150000"/>
              </a:lnSpc>
              <a:buNone/>
            </a:pPr>
            <a:endParaRPr lang="en-IN" sz="1600" b="1" dirty="0"/>
          </a:p>
          <a:p>
            <a:pPr marL="285750" indent="-285750">
              <a:lnSpc>
                <a:spcPct val="150000"/>
              </a:lnSpc>
              <a:buFont typeface="Arial" panose="020B0604020202020204" pitchFamily="34" charset="0"/>
              <a:buChar char="•"/>
            </a:pPr>
            <a:r>
              <a:rPr lang="en-IN" sz="1600" b="1" dirty="0"/>
              <a:t>Features of OOPS</a:t>
            </a:r>
          </a:p>
          <a:p>
            <a:pPr marL="285750" indent="-285750">
              <a:lnSpc>
                <a:spcPct val="150000"/>
              </a:lnSpc>
              <a:buFont typeface="Arial" panose="020B0604020202020204" pitchFamily="34" charset="0"/>
              <a:buChar char="•"/>
            </a:pPr>
            <a:r>
              <a:rPr lang="en-IN" sz="1600" b="1" dirty="0"/>
              <a:t>What is Polymorphism</a:t>
            </a:r>
          </a:p>
          <a:p>
            <a:pPr marL="285750" indent="-285750">
              <a:lnSpc>
                <a:spcPct val="150000"/>
              </a:lnSpc>
              <a:buFont typeface="Arial" panose="020B0604020202020204" pitchFamily="34" charset="0"/>
              <a:buChar char="•"/>
            </a:pPr>
            <a:r>
              <a:rPr lang="en-IN" sz="1600" b="1" dirty="0"/>
              <a:t>Types of </a:t>
            </a:r>
            <a:r>
              <a:rPr lang="en-US" sz="1600" b="1" dirty="0"/>
              <a:t>Polymorphism</a:t>
            </a:r>
          </a:p>
          <a:p>
            <a:pPr marL="742950" lvl="1" indent="-285750">
              <a:lnSpc>
                <a:spcPct val="150000"/>
              </a:lnSpc>
              <a:buFont typeface="Arial" panose="020B0604020202020204" pitchFamily="34" charset="0"/>
              <a:buChar char="•"/>
            </a:pPr>
            <a:r>
              <a:rPr lang="en-IN" sz="1600" b="1" dirty="0"/>
              <a:t>Compile Time </a:t>
            </a:r>
            <a:r>
              <a:rPr lang="en-US" sz="1600" b="1" dirty="0"/>
              <a:t>Polymorphism ( Overloading )</a:t>
            </a:r>
          </a:p>
          <a:p>
            <a:pPr marL="742950" lvl="1" indent="-285750">
              <a:lnSpc>
                <a:spcPct val="150000"/>
              </a:lnSpc>
              <a:buFont typeface="Arial" panose="020B0604020202020204" pitchFamily="34" charset="0"/>
              <a:buChar char="•"/>
            </a:pPr>
            <a:r>
              <a:rPr lang="en-US" sz="1600" b="1" dirty="0"/>
              <a:t>Run Time Polymorphism ( Overriding )</a:t>
            </a:r>
            <a:endParaRPr lang="en-IN" sz="1600" b="1" dirty="0"/>
          </a:p>
          <a:p>
            <a:pPr marL="285750" indent="-285750">
              <a:lnSpc>
                <a:spcPct val="150000"/>
              </a:lnSpc>
              <a:buFont typeface="Arial" panose="020B0604020202020204" pitchFamily="34" charset="0"/>
              <a:buChar char="•"/>
            </a:pPr>
            <a:r>
              <a:rPr lang="en-IN" sz="1600" b="1" dirty="0"/>
              <a:t>Reference</a:t>
            </a:r>
          </a:p>
        </p:txBody>
      </p:sp>
      <p:grpSp>
        <p:nvGrpSpPr>
          <p:cNvPr id="1297" name="Google Shape;1297;p70"/>
          <p:cNvGrpSpPr/>
          <p:nvPr/>
        </p:nvGrpSpPr>
        <p:grpSpPr>
          <a:xfrm>
            <a:off x="8236625" y="4105445"/>
            <a:ext cx="501556" cy="570430"/>
            <a:chOff x="10190200" y="4253570"/>
            <a:chExt cx="501556" cy="570430"/>
          </a:xfrm>
        </p:grpSpPr>
        <p:sp>
          <p:nvSpPr>
            <p:cNvPr id="1298" name="Google Shape;1298;p70"/>
            <p:cNvSpPr/>
            <p:nvPr/>
          </p:nvSpPr>
          <p:spPr>
            <a:xfrm>
              <a:off x="10440975" y="4253570"/>
              <a:ext cx="250781" cy="2502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70"/>
            <p:cNvSpPr/>
            <p:nvPr/>
          </p:nvSpPr>
          <p:spPr>
            <a:xfrm>
              <a:off x="10190200" y="4573225"/>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95"/>
                                        </p:tgtEl>
                                        <p:attrNameLst>
                                          <p:attrName>style.visibility</p:attrName>
                                        </p:attrNameLst>
                                      </p:cBhvr>
                                      <p:to>
                                        <p:strVal val="visible"/>
                                      </p:to>
                                    </p:set>
                                    <p:anim calcmode="lin" valueType="num">
                                      <p:cBhvr additive="base">
                                        <p:cTn id="7" dur="500" fill="hold"/>
                                        <p:tgtEl>
                                          <p:spTgt spid="1295"/>
                                        </p:tgtEl>
                                        <p:attrNameLst>
                                          <p:attrName>ppt_x</p:attrName>
                                        </p:attrNameLst>
                                      </p:cBhvr>
                                      <p:tavLst>
                                        <p:tav tm="0">
                                          <p:val>
                                            <p:strVal val="#ppt_x"/>
                                          </p:val>
                                        </p:tav>
                                        <p:tav tm="100000">
                                          <p:val>
                                            <p:strVal val="#ppt_x"/>
                                          </p:val>
                                        </p:tav>
                                      </p:tavLst>
                                    </p:anim>
                                    <p:anim calcmode="lin" valueType="num">
                                      <p:cBhvr additive="base">
                                        <p:cTn id="8" dur="500" fill="hold"/>
                                        <p:tgtEl>
                                          <p:spTgt spid="12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96">
                                            <p:txEl>
                                              <p:pRg st="1" end="1"/>
                                            </p:txEl>
                                          </p:spTgt>
                                        </p:tgtEl>
                                        <p:attrNameLst>
                                          <p:attrName>style.visibility</p:attrName>
                                        </p:attrNameLst>
                                      </p:cBhvr>
                                      <p:to>
                                        <p:strVal val="visible"/>
                                      </p:to>
                                    </p:set>
                                    <p:anim calcmode="lin" valueType="num">
                                      <p:cBhvr additive="base">
                                        <p:cTn id="13" dur="500" fill="hold"/>
                                        <p:tgtEl>
                                          <p:spTgt spid="129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96">
                                            <p:txEl>
                                              <p:pRg st="2" end="2"/>
                                            </p:txEl>
                                          </p:spTgt>
                                        </p:tgtEl>
                                        <p:attrNameLst>
                                          <p:attrName>style.visibility</p:attrName>
                                        </p:attrNameLst>
                                      </p:cBhvr>
                                      <p:to>
                                        <p:strVal val="visible"/>
                                      </p:to>
                                    </p:set>
                                    <p:anim calcmode="lin" valueType="num">
                                      <p:cBhvr additive="base">
                                        <p:cTn id="19" dur="500" fill="hold"/>
                                        <p:tgtEl>
                                          <p:spTgt spid="129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96">
                                            <p:txEl>
                                              <p:pRg st="3" end="3"/>
                                            </p:txEl>
                                          </p:spTgt>
                                        </p:tgtEl>
                                        <p:attrNameLst>
                                          <p:attrName>style.visibility</p:attrName>
                                        </p:attrNameLst>
                                      </p:cBhvr>
                                      <p:to>
                                        <p:strVal val="visible"/>
                                      </p:to>
                                    </p:set>
                                    <p:anim calcmode="lin" valueType="num">
                                      <p:cBhvr additive="base">
                                        <p:cTn id="25" dur="500" fill="hold"/>
                                        <p:tgtEl>
                                          <p:spTgt spid="129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96">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96">
                                            <p:txEl>
                                              <p:pRg st="4" end="4"/>
                                            </p:txEl>
                                          </p:spTgt>
                                        </p:tgtEl>
                                        <p:attrNameLst>
                                          <p:attrName>style.visibility</p:attrName>
                                        </p:attrNameLst>
                                      </p:cBhvr>
                                      <p:to>
                                        <p:strVal val="visible"/>
                                      </p:to>
                                    </p:set>
                                    <p:anim calcmode="lin" valueType="num">
                                      <p:cBhvr additive="base">
                                        <p:cTn id="29" dur="500" fill="hold"/>
                                        <p:tgtEl>
                                          <p:spTgt spid="129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96">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96">
                                            <p:txEl>
                                              <p:pRg st="5" end="5"/>
                                            </p:txEl>
                                          </p:spTgt>
                                        </p:tgtEl>
                                        <p:attrNameLst>
                                          <p:attrName>style.visibility</p:attrName>
                                        </p:attrNameLst>
                                      </p:cBhvr>
                                      <p:to>
                                        <p:strVal val="visible"/>
                                      </p:to>
                                    </p:set>
                                    <p:anim calcmode="lin" valueType="num">
                                      <p:cBhvr additive="base">
                                        <p:cTn id="33" dur="500" fill="hold"/>
                                        <p:tgtEl>
                                          <p:spTgt spid="1296">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9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296">
                                            <p:txEl>
                                              <p:pRg st="6" end="6"/>
                                            </p:txEl>
                                          </p:spTgt>
                                        </p:tgtEl>
                                        <p:attrNameLst>
                                          <p:attrName>style.visibility</p:attrName>
                                        </p:attrNameLst>
                                      </p:cBhvr>
                                      <p:to>
                                        <p:strVal val="visible"/>
                                      </p:to>
                                    </p:set>
                                    <p:anim calcmode="lin" valueType="num">
                                      <p:cBhvr additive="base">
                                        <p:cTn id="39" dur="500" fill="hold"/>
                                        <p:tgtEl>
                                          <p:spTgt spid="1296">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9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5" grpId="0"/>
      <p:bldP spid="129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4"/>
        <p:cNvGrpSpPr/>
        <p:nvPr/>
      </p:nvGrpSpPr>
      <p:grpSpPr>
        <a:xfrm>
          <a:off x="0" y="0"/>
          <a:ext cx="0" cy="0"/>
          <a:chOff x="0" y="0"/>
          <a:chExt cx="0" cy="0"/>
        </a:xfrm>
      </p:grpSpPr>
      <p:sp>
        <p:nvSpPr>
          <p:cNvPr id="1845" name="Google Shape;1845;p85"/>
          <p:cNvSpPr txBox="1">
            <a:spLocks noGrp="1"/>
          </p:cNvSpPr>
          <p:nvPr>
            <p:ph type="title"/>
          </p:nvPr>
        </p:nvSpPr>
        <p:spPr>
          <a:xfrm>
            <a:off x="4267347" y="1054199"/>
            <a:ext cx="3980214" cy="718200"/>
          </a:xfrm>
          <a:prstGeom prst="rect">
            <a:avLst/>
          </a:prstGeom>
        </p:spPr>
        <p:txBody>
          <a:bodyPr spcFirstLastPara="1" wrap="square" lIns="91425" tIns="91425" rIns="91425" bIns="91425" anchor="ctr" anchorCtr="0">
            <a:noAutofit/>
          </a:bodyPr>
          <a:lstStyle/>
          <a:p>
            <a:r>
              <a:rPr lang="en-IN" dirty="0"/>
              <a:t>Features of OOPS</a:t>
            </a:r>
          </a:p>
        </p:txBody>
      </p:sp>
      <p:grpSp>
        <p:nvGrpSpPr>
          <p:cNvPr id="1847" name="Google Shape;1847;p85"/>
          <p:cNvGrpSpPr/>
          <p:nvPr/>
        </p:nvGrpSpPr>
        <p:grpSpPr>
          <a:xfrm>
            <a:off x="1331101" y="1409959"/>
            <a:ext cx="1555447" cy="3146214"/>
            <a:chOff x="1336274" y="1409981"/>
            <a:chExt cx="1578653" cy="3193153"/>
          </a:xfrm>
        </p:grpSpPr>
        <p:grpSp>
          <p:nvGrpSpPr>
            <p:cNvPr id="1848" name="Google Shape;1848;p85"/>
            <p:cNvGrpSpPr/>
            <p:nvPr/>
          </p:nvGrpSpPr>
          <p:grpSpPr>
            <a:xfrm>
              <a:off x="1336274" y="1409981"/>
              <a:ext cx="1578653" cy="3193153"/>
              <a:chOff x="2135600" y="1562875"/>
              <a:chExt cx="1268300" cy="2565400"/>
            </a:xfrm>
          </p:grpSpPr>
          <p:sp>
            <p:nvSpPr>
              <p:cNvPr id="1849" name="Google Shape;1849;p85"/>
              <p:cNvSpPr/>
              <p:nvPr/>
            </p:nvSpPr>
            <p:spPr>
              <a:xfrm>
                <a:off x="2135600" y="1562875"/>
                <a:ext cx="1268300" cy="2565400"/>
              </a:xfrm>
              <a:custGeom>
                <a:avLst/>
                <a:gdLst/>
                <a:ahLst/>
                <a:cxnLst/>
                <a:rect l="l" t="t" r="r" b="b"/>
                <a:pathLst>
                  <a:path w="50732" h="102616" extrusionOk="0">
                    <a:moveTo>
                      <a:pt x="5715" y="0"/>
                    </a:moveTo>
                    <a:cubicBezTo>
                      <a:pt x="2554" y="0"/>
                      <a:pt x="1" y="2554"/>
                      <a:pt x="1" y="5684"/>
                    </a:cubicBezTo>
                    <a:lnTo>
                      <a:pt x="1" y="96932"/>
                    </a:lnTo>
                    <a:cubicBezTo>
                      <a:pt x="1" y="100063"/>
                      <a:pt x="2554" y="102616"/>
                      <a:pt x="5715" y="102616"/>
                    </a:cubicBezTo>
                    <a:lnTo>
                      <a:pt x="45047" y="102616"/>
                    </a:lnTo>
                    <a:cubicBezTo>
                      <a:pt x="48178" y="102616"/>
                      <a:pt x="50731" y="100063"/>
                      <a:pt x="50731" y="96932"/>
                    </a:cubicBezTo>
                    <a:lnTo>
                      <a:pt x="50731" y="5684"/>
                    </a:lnTo>
                    <a:cubicBezTo>
                      <a:pt x="50731" y="2554"/>
                      <a:pt x="48178" y="0"/>
                      <a:pt x="45047" y="0"/>
                    </a:cubicBezTo>
                    <a:close/>
                  </a:path>
                </a:pathLst>
              </a:custGeom>
              <a:solidFill>
                <a:schemeClr val="lt1"/>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85"/>
              <p:cNvSpPr/>
              <p:nvPr/>
            </p:nvSpPr>
            <p:spPr>
              <a:xfrm>
                <a:off x="2161450" y="2933725"/>
                <a:ext cx="1215850" cy="1159600"/>
              </a:xfrm>
              <a:custGeom>
                <a:avLst/>
                <a:gdLst/>
                <a:ahLst/>
                <a:cxnLst/>
                <a:rect l="l" t="t" r="r" b="b"/>
                <a:pathLst>
                  <a:path w="48634" h="46384" extrusionOk="0">
                    <a:moveTo>
                      <a:pt x="0" y="0"/>
                    </a:moveTo>
                    <a:lnTo>
                      <a:pt x="0" y="41429"/>
                    </a:lnTo>
                    <a:cubicBezTo>
                      <a:pt x="0" y="44165"/>
                      <a:pt x="2219" y="46384"/>
                      <a:pt x="4955" y="46384"/>
                    </a:cubicBezTo>
                    <a:lnTo>
                      <a:pt x="43709" y="46384"/>
                    </a:lnTo>
                    <a:cubicBezTo>
                      <a:pt x="46415" y="46384"/>
                      <a:pt x="48634" y="44165"/>
                      <a:pt x="48634" y="41429"/>
                    </a:cubicBezTo>
                    <a:lnTo>
                      <a:pt x="48634" y="0"/>
                    </a:lnTo>
                    <a:close/>
                  </a:path>
                </a:pathLst>
              </a:custGeom>
              <a:gradFill>
                <a:gsLst>
                  <a:gs pos="0">
                    <a:schemeClr val="lt1"/>
                  </a:gs>
                  <a:gs pos="100000">
                    <a:srgbClr val="66BEE9">
                      <a:alpha val="34509"/>
                    </a:srgbClr>
                  </a:gs>
                </a:gsLst>
                <a:lin ang="5400012" scaled="0"/>
              </a:gra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85"/>
              <p:cNvSpPr/>
              <p:nvPr/>
            </p:nvSpPr>
            <p:spPr>
              <a:xfrm>
                <a:off x="2161450" y="1598600"/>
                <a:ext cx="1215850" cy="180100"/>
              </a:xfrm>
              <a:custGeom>
                <a:avLst/>
                <a:gdLst/>
                <a:ahLst/>
                <a:cxnLst/>
                <a:rect l="l" t="t" r="r" b="b"/>
                <a:pathLst>
                  <a:path w="48634" h="7204" extrusionOk="0">
                    <a:moveTo>
                      <a:pt x="4955" y="0"/>
                    </a:moveTo>
                    <a:cubicBezTo>
                      <a:pt x="2219" y="0"/>
                      <a:pt x="0" y="2219"/>
                      <a:pt x="0" y="4954"/>
                    </a:cubicBezTo>
                    <a:lnTo>
                      <a:pt x="0" y="7204"/>
                    </a:lnTo>
                    <a:lnTo>
                      <a:pt x="48634" y="7204"/>
                    </a:lnTo>
                    <a:lnTo>
                      <a:pt x="48634" y="4954"/>
                    </a:lnTo>
                    <a:cubicBezTo>
                      <a:pt x="48634" y="2219"/>
                      <a:pt x="46415" y="0"/>
                      <a:pt x="43709" y="0"/>
                    </a:cubicBezTo>
                    <a:lnTo>
                      <a:pt x="26718" y="0"/>
                    </a:lnTo>
                    <a:cubicBezTo>
                      <a:pt x="25989" y="0"/>
                      <a:pt x="25381" y="456"/>
                      <a:pt x="25168" y="1125"/>
                    </a:cubicBezTo>
                    <a:cubicBezTo>
                      <a:pt x="25047" y="1459"/>
                      <a:pt x="24712" y="1702"/>
                      <a:pt x="24317" y="1702"/>
                    </a:cubicBezTo>
                    <a:cubicBezTo>
                      <a:pt x="23952" y="1702"/>
                      <a:pt x="23588" y="1489"/>
                      <a:pt x="23496" y="1125"/>
                    </a:cubicBezTo>
                    <a:cubicBezTo>
                      <a:pt x="23253" y="426"/>
                      <a:pt x="22615" y="0"/>
                      <a:pt x="21916" y="0"/>
                    </a:cubicBezTo>
                    <a:close/>
                  </a:path>
                </a:pathLst>
              </a:custGeom>
              <a:solidFill>
                <a:schemeClr val="accent1"/>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85"/>
              <p:cNvSpPr/>
              <p:nvPr/>
            </p:nvSpPr>
            <p:spPr>
              <a:xfrm>
                <a:off x="2161450" y="1777150"/>
                <a:ext cx="1215850" cy="1155075"/>
              </a:xfrm>
              <a:custGeom>
                <a:avLst/>
                <a:gdLst/>
                <a:ahLst/>
                <a:cxnLst/>
                <a:rect l="l" t="t" r="r" b="b"/>
                <a:pathLst>
                  <a:path w="48634" h="46203" extrusionOk="0">
                    <a:moveTo>
                      <a:pt x="0" y="1"/>
                    </a:moveTo>
                    <a:lnTo>
                      <a:pt x="0" y="46202"/>
                    </a:lnTo>
                    <a:lnTo>
                      <a:pt x="48634" y="46202"/>
                    </a:lnTo>
                    <a:lnTo>
                      <a:pt x="48634" y="1"/>
                    </a:lnTo>
                    <a:close/>
                  </a:path>
                </a:pathLst>
              </a:custGeom>
              <a:solidFill>
                <a:schemeClr val="dk2"/>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85"/>
              <p:cNvSpPr/>
              <p:nvPr/>
            </p:nvSpPr>
            <p:spPr>
              <a:xfrm>
                <a:off x="2511750" y="2018800"/>
                <a:ext cx="515250" cy="514475"/>
              </a:xfrm>
              <a:custGeom>
                <a:avLst/>
                <a:gdLst/>
                <a:ahLst/>
                <a:cxnLst/>
                <a:rect l="l" t="t" r="r" b="b"/>
                <a:pathLst>
                  <a:path w="20610" h="20579" extrusionOk="0">
                    <a:moveTo>
                      <a:pt x="10305" y="1"/>
                    </a:moveTo>
                    <a:cubicBezTo>
                      <a:pt x="4651" y="1"/>
                      <a:pt x="1" y="4621"/>
                      <a:pt x="1" y="10305"/>
                    </a:cubicBezTo>
                    <a:cubicBezTo>
                      <a:pt x="1" y="15958"/>
                      <a:pt x="4651" y="20579"/>
                      <a:pt x="10305" y="20579"/>
                    </a:cubicBezTo>
                    <a:cubicBezTo>
                      <a:pt x="16019" y="20579"/>
                      <a:pt x="20609" y="15958"/>
                      <a:pt x="20609" y="10305"/>
                    </a:cubicBezTo>
                    <a:cubicBezTo>
                      <a:pt x="20609" y="4621"/>
                      <a:pt x="15959" y="1"/>
                      <a:pt x="10305" y="1"/>
                    </a:cubicBezTo>
                    <a:close/>
                  </a:path>
                </a:pathLst>
              </a:custGeom>
              <a:solidFill>
                <a:schemeClr val="accent1"/>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85"/>
              <p:cNvSpPr/>
              <p:nvPr/>
            </p:nvSpPr>
            <p:spPr>
              <a:xfrm>
                <a:off x="2668300" y="2092125"/>
                <a:ext cx="202925" cy="184425"/>
              </a:xfrm>
              <a:custGeom>
                <a:avLst/>
                <a:gdLst/>
                <a:ahLst/>
                <a:cxnLst/>
                <a:rect l="l" t="t" r="r" b="b"/>
                <a:pathLst>
                  <a:path w="8117" h="7377" extrusionOk="0">
                    <a:moveTo>
                      <a:pt x="4017" y="0"/>
                    </a:moveTo>
                    <a:cubicBezTo>
                      <a:pt x="2363" y="0"/>
                      <a:pt x="870" y="1135"/>
                      <a:pt x="456" y="2843"/>
                    </a:cubicBezTo>
                    <a:cubicBezTo>
                      <a:pt x="0" y="4819"/>
                      <a:pt x="1216" y="6794"/>
                      <a:pt x="3192" y="7281"/>
                    </a:cubicBezTo>
                    <a:cubicBezTo>
                      <a:pt x="3472" y="7345"/>
                      <a:pt x="3753" y="7376"/>
                      <a:pt x="4030" y="7376"/>
                    </a:cubicBezTo>
                    <a:cubicBezTo>
                      <a:pt x="5706" y="7376"/>
                      <a:pt x="7238" y="6241"/>
                      <a:pt x="7630" y="4545"/>
                    </a:cubicBezTo>
                    <a:cubicBezTo>
                      <a:pt x="8116" y="2539"/>
                      <a:pt x="6870" y="563"/>
                      <a:pt x="4894" y="107"/>
                    </a:cubicBezTo>
                    <a:cubicBezTo>
                      <a:pt x="4600" y="35"/>
                      <a:pt x="4306" y="0"/>
                      <a:pt x="4017" y="0"/>
                    </a:cubicBezTo>
                    <a:close/>
                  </a:path>
                </a:pathLst>
              </a:custGeom>
              <a:solidFill>
                <a:schemeClr val="lt1"/>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85"/>
              <p:cNvSpPr/>
              <p:nvPr/>
            </p:nvSpPr>
            <p:spPr>
              <a:xfrm>
                <a:off x="2593075" y="2315175"/>
                <a:ext cx="353375" cy="202150"/>
              </a:xfrm>
              <a:custGeom>
                <a:avLst/>
                <a:gdLst/>
                <a:ahLst/>
                <a:cxnLst/>
                <a:rect l="l" t="t" r="r" b="b"/>
                <a:pathLst>
                  <a:path w="14135" h="8086" extrusionOk="0">
                    <a:moveTo>
                      <a:pt x="7052" y="0"/>
                    </a:moveTo>
                    <a:cubicBezTo>
                      <a:pt x="3800" y="0"/>
                      <a:pt x="1003" y="2097"/>
                      <a:pt x="0" y="5015"/>
                    </a:cubicBezTo>
                    <a:cubicBezTo>
                      <a:pt x="1763" y="6900"/>
                      <a:pt x="4286" y="8085"/>
                      <a:pt x="7052" y="8085"/>
                    </a:cubicBezTo>
                    <a:cubicBezTo>
                      <a:pt x="9818" y="8085"/>
                      <a:pt x="12341" y="6900"/>
                      <a:pt x="14134" y="5015"/>
                    </a:cubicBezTo>
                    <a:cubicBezTo>
                      <a:pt x="13101" y="2097"/>
                      <a:pt x="10335" y="0"/>
                      <a:pt x="7052" y="0"/>
                    </a:cubicBezTo>
                    <a:close/>
                  </a:path>
                </a:pathLst>
              </a:custGeom>
              <a:solidFill>
                <a:schemeClr val="lt1"/>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85"/>
              <p:cNvSpPr/>
              <p:nvPr/>
            </p:nvSpPr>
            <p:spPr>
              <a:xfrm>
                <a:off x="2552800" y="2625950"/>
                <a:ext cx="406550" cy="34225"/>
              </a:xfrm>
              <a:custGeom>
                <a:avLst/>
                <a:gdLst/>
                <a:ahLst/>
                <a:cxnLst/>
                <a:rect l="l" t="t" r="r" b="b"/>
                <a:pathLst>
                  <a:path w="16262" h="1369" extrusionOk="0">
                    <a:moveTo>
                      <a:pt x="699" y="1"/>
                    </a:moveTo>
                    <a:cubicBezTo>
                      <a:pt x="304" y="1"/>
                      <a:pt x="0" y="305"/>
                      <a:pt x="0" y="670"/>
                    </a:cubicBezTo>
                    <a:cubicBezTo>
                      <a:pt x="0" y="1065"/>
                      <a:pt x="304" y="1369"/>
                      <a:pt x="699" y="1369"/>
                    </a:cubicBezTo>
                    <a:lnTo>
                      <a:pt x="15593" y="1369"/>
                    </a:lnTo>
                    <a:cubicBezTo>
                      <a:pt x="15958" y="1369"/>
                      <a:pt x="16262" y="1065"/>
                      <a:pt x="16262" y="670"/>
                    </a:cubicBezTo>
                    <a:cubicBezTo>
                      <a:pt x="16262" y="305"/>
                      <a:pt x="15958" y="1"/>
                      <a:pt x="15563" y="1"/>
                    </a:cubicBezTo>
                    <a:close/>
                  </a:path>
                </a:pathLst>
              </a:custGeom>
              <a:solidFill>
                <a:schemeClr val="lt1"/>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85"/>
              <p:cNvSpPr/>
              <p:nvPr/>
            </p:nvSpPr>
            <p:spPr>
              <a:xfrm>
                <a:off x="2634850" y="2712575"/>
                <a:ext cx="243200" cy="35000"/>
              </a:xfrm>
              <a:custGeom>
                <a:avLst/>
                <a:gdLst/>
                <a:ahLst/>
                <a:cxnLst/>
                <a:rect l="l" t="t" r="r" b="b"/>
                <a:pathLst>
                  <a:path w="9728" h="1400" extrusionOk="0">
                    <a:moveTo>
                      <a:pt x="670" y="1"/>
                    </a:moveTo>
                    <a:cubicBezTo>
                      <a:pt x="305" y="1"/>
                      <a:pt x="1" y="335"/>
                      <a:pt x="1" y="700"/>
                    </a:cubicBezTo>
                    <a:cubicBezTo>
                      <a:pt x="1" y="1095"/>
                      <a:pt x="305" y="1399"/>
                      <a:pt x="670" y="1399"/>
                    </a:cubicBezTo>
                    <a:lnTo>
                      <a:pt x="9028" y="1399"/>
                    </a:lnTo>
                    <a:cubicBezTo>
                      <a:pt x="9424" y="1399"/>
                      <a:pt x="9728" y="1095"/>
                      <a:pt x="9728" y="700"/>
                    </a:cubicBezTo>
                    <a:cubicBezTo>
                      <a:pt x="9728" y="335"/>
                      <a:pt x="9424" y="1"/>
                      <a:pt x="9028" y="1"/>
                    </a:cubicBezTo>
                    <a:close/>
                  </a:path>
                </a:pathLst>
              </a:custGeom>
              <a:solidFill>
                <a:schemeClr val="lt1"/>
              </a:solidFill>
              <a:ln>
                <a:noFill/>
              </a:ln>
              <a:effectLst>
                <a:outerShdw blurRad="57150" dist="47625"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8" name="Google Shape;1858;p85"/>
            <p:cNvSpPr/>
            <p:nvPr/>
          </p:nvSpPr>
          <p:spPr>
            <a:xfrm>
              <a:off x="1469112" y="3362515"/>
              <a:ext cx="1312800" cy="222300"/>
            </a:xfrm>
            <a:prstGeom prst="roundRect">
              <a:avLst>
                <a:gd name="adj" fmla="val 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800" b="1" dirty="0">
                  <a:solidFill>
                    <a:schemeClr val="lt1"/>
                  </a:solidFill>
                  <a:latin typeface="Orbitron"/>
                  <a:ea typeface="Orbitron"/>
                  <a:cs typeface="Orbitron"/>
                  <a:sym typeface="Orbitron"/>
                </a:rPr>
                <a:t>USERNAME</a:t>
              </a:r>
              <a:endParaRPr sz="800" b="1" dirty="0">
                <a:solidFill>
                  <a:schemeClr val="lt1"/>
                </a:solidFill>
                <a:latin typeface="Orbitron"/>
                <a:ea typeface="Orbitron"/>
                <a:cs typeface="Orbitron"/>
                <a:sym typeface="Orbitron"/>
              </a:endParaRPr>
            </a:p>
          </p:txBody>
        </p:sp>
        <p:sp>
          <p:nvSpPr>
            <p:cNvPr id="1859" name="Google Shape;1859;p85"/>
            <p:cNvSpPr/>
            <p:nvPr/>
          </p:nvSpPr>
          <p:spPr>
            <a:xfrm>
              <a:off x="1469112" y="3682405"/>
              <a:ext cx="1312800" cy="222300"/>
            </a:xfrm>
            <a:prstGeom prst="roundRect">
              <a:avLst>
                <a:gd name="adj" fmla="val 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chemeClr val="lt1"/>
                  </a:solidFill>
                  <a:latin typeface="Orbitron"/>
                  <a:ea typeface="Orbitron"/>
                  <a:cs typeface="Orbitron"/>
                  <a:sym typeface="Orbitron"/>
                </a:rPr>
                <a:t>PASSWORD</a:t>
              </a:r>
              <a:endParaRPr sz="800" b="1">
                <a:solidFill>
                  <a:schemeClr val="lt1"/>
                </a:solidFill>
                <a:latin typeface="Orbitron"/>
                <a:ea typeface="Orbitron"/>
                <a:cs typeface="Orbitron"/>
                <a:sym typeface="Orbitron"/>
              </a:endParaRPr>
            </a:p>
          </p:txBody>
        </p:sp>
        <p:sp>
          <p:nvSpPr>
            <p:cNvPr id="1860" name="Google Shape;1860;p85"/>
            <p:cNvSpPr/>
            <p:nvPr/>
          </p:nvSpPr>
          <p:spPr>
            <a:xfrm>
              <a:off x="1469112" y="4050312"/>
              <a:ext cx="1312800" cy="222300"/>
            </a:xfrm>
            <a:prstGeom prst="roundRect">
              <a:avLst>
                <a:gd name="adj" fmla="val 50000"/>
              </a:avLst>
            </a:prstGeom>
            <a:solidFill>
              <a:schemeClr val="accent3"/>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chemeClr val="lt1"/>
                  </a:solidFill>
                  <a:latin typeface="Orbitron"/>
                  <a:ea typeface="Orbitron"/>
                  <a:cs typeface="Orbitron"/>
                  <a:sym typeface="Orbitron"/>
                </a:rPr>
                <a:t>LOGIN</a:t>
              </a:r>
              <a:endParaRPr sz="800" b="1">
                <a:solidFill>
                  <a:schemeClr val="lt1"/>
                </a:solidFill>
                <a:latin typeface="Orbitron"/>
                <a:ea typeface="Orbitron"/>
                <a:cs typeface="Orbitron"/>
                <a:sym typeface="Orbitron"/>
              </a:endParaRPr>
            </a:p>
          </p:txBody>
        </p:sp>
      </p:grpSp>
      <p:grpSp>
        <p:nvGrpSpPr>
          <p:cNvPr id="1861" name="Google Shape;1861;p85"/>
          <p:cNvGrpSpPr/>
          <p:nvPr/>
        </p:nvGrpSpPr>
        <p:grpSpPr>
          <a:xfrm>
            <a:off x="985929" y="1613692"/>
            <a:ext cx="588878" cy="410243"/>
            <a:chOff x="7718626" y="1238667"/>
            <a:chExt cx="627000" cy="436800"/>
          </a:xfrm>
        </p:grpSpPr>
        <p:sp>
          <p:nvSpPr>
            <p:cNvPr id="1862" name="Google Shape;1862;p85"/>
            <p:cNvSpPr/>
            <p:nvPr/>
          </p:nvSpPr>
          <p:spPr>
            <a:xfrm>
              <a:off x="7718626" y="1238667"/>
              <a:ext cx="627000" cy="436800"/>
            </a:xfrm>
            <a:prstGeom prst="wedgeRoundRectCallout">
              <a:avLst>
                <a:gd name="adj1" fmla="val -17374"/>
                <a:gd name="adj2" fmla="val 73101"/>
                <a:gd name="adj3" fmla="val 0"/>
              </a:avLst>
            </a:prstGeom>
            <a:solidFill>
              <a:schemeClr val="accent3"/>
            </a:solidFill>
            <a:ln>
              <a:noFill/>
            </a:ln>
            <a:effectLst>
              <a:outerShdw blurRad="57150" dist="47625" dir="5400000" algn="bl" rotWithShape="0">
                <a:schemeClr val="dk1">
                  <a:alpha val="3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85"/>
            <p:cNvSpPr/>
            <p:nvPr/>
          </p:nvSpPr>
          <p:spPr>
            <a:xfrm>
              <a:off x="7973613" y="1296725"/>
              <a:ext cx="212025" cy="294850"/>
            </a:xfrm>
            <a:custGeom>
              <a:avLst/>
              <a:gdLst/>
              <a:ahLst/>
              <a:cxnLst/>
              <a:rect l="l" t="t" r="r" b="b"/>
              <a:pathLst>
                <a:path w="8481" h="11794" extrusionOk="0">
                  <a:moveTo>
                    <a:pt x="3496" y="0"/>
                  </a:moveTo>
                  <a:cubicBezTo>
                    <a:pt x="3161" y="0"/>
                    <a:pt x="2888" y="274"/>
                    <a:pt x="2888" y="608"/>
                  </a:cubicBezTo>
                  <a:lnTo>
                    <a:pt x="2888" y="1733"/>
                  </a:lnTo>
                  <a:lnTo>
                    <a:pt x="91" y="5411"/>
                  </a:lnTo>
                  <a:cubicBezTo>
                    <a:pt x="31" y="5471"/>
                    <a:pt x="0" y="5563"/>
                    <a:pt x="0" y="5623"/>
                  </a:cubicBezTo>
                  <a:lnTo>
                    <a:pt x="0" y="11399"/>
                  </a:lnTo>
                  <a:cubicBezTo>
                    <a:pt x="0" y="11642"/>
                    <a:pt x="152" y="11794"/>
                    <a:pt x="395" y="11794"/>
                  </a:cubicBezTo>
                  <a:lnTo>
                    <a:pt x="6870" y="11794"/>
                  </a:lnTo>
                  <a:cubicBezTo>
                    <a:pt x="7325" y="11794"/>
                    <a:pt x="7721" y="11399"/>
                    <a:pt x="7721" y="10943"/>
                  </a:cubicBezTo>
                  <a:cubicBezTo>
                    <a:pt x="7721" y="10487"/>
                    <a:pt x="7325" y="10122"/>
                    <a:pt x="6870" y="10122"/>
                  </a:cubicBezTo>
                  <a:lnTo>
                    <a:pt x="7173" y="10122"/>
                  </a:lnTo>
                  <a:cubicBezTo>
                    <a:pt x="7690" y="10122"/>
                    <a:pt x="8085" y="9696"/>
                    <a:pt x="8085" y="9210"/>
                  </a:cubicBezTo>
                  <a:cubicBezTo>
                    <a:pt x="8085" y="8724"/>
                    <a:pt x="7690" y="8298"/>
                    <a:pt x="7173" y="8298"/>
                  </a:cubicBezTo>
                  <a:lnTo>
                    <a:pt x="7325" y="8298"/>
                  </a:lnTo>
                  <a:cubicBezTo>
                    <a:pt x="7873" y="8298"/>
                    <a:pt x="8298" y="7873"/>
                    <a:pt x="8298" y="7356"/>
                  </a:cubicBezTo>
                  <a:cubicBezTo>
                    <a:pt x="8298" y="6809"/>
                    <a:pt x="7873" y="6383"/>
                    <a:pt x="7325" y="6383"/>
                  </a:cubicBezTo>
                  <a:lnTo>
                    <a:pt x="7477" y="6383"/>
                  </a:lnTo>
                  <a:cubicBezTo>
                    <a:pt x="7541" y="6397"/>
                    <a:pt x="7604" y="6403"/>
                    <a:pt x="7663" y="6403"/>
                  </a:cubicBezTo>
                  <a:cubicBezTo>
                    <a:pt x="8144" y="6403"/>
                    <a:pt x="8481" y="5992"/>
                    <a:pt x="8481" y="5532"/>
                  </a:cubicBezTo>
                  <a:cubicBezTo>
                    <a:pt x="8481" y="4985"/>
                    <a:pt x="8025" y="4529"/>
                    <a:pt x="7477" y="4529"/>
                  </a:cubicBezTo>
                  <a:lnTo>
                    <a:pt x="3982" y="4529"/>
                  </a:lnTo>
                  <a:cubicBezTo>
                    <a:pt x="4529" y="3739"/>
                    <a:pt x="4803" y="2797"/>
                    <a:pt x="4803" y="1794"/>
                  </a:cubicBezTo>
                  <a:lnTo>
                    <a:pt x="4803" y="1307"/>
                  </a:lnTo>
                  <a:cubicBezTo>
                    <a:pt x="4803" y="578"/>
                    <a:pt x="4225" y="0"/>
                    <a:pt x="3496" y="0"/>
                  </a:cubicBezTo>
                  <a:close/>
                </a:path>
              </a:pathLst>
            </a:custGeom>
            <a:gradFill>
              <a:gsLst>
                <a:gs pos="0">
                  <a:schemeClr val="lt1"/>
                </a:gs>
                <a:gs pos="100000">
                  <a:srgbClr val="F9F8FF">
                    <a:alpha val="86666"/>
                  </a:srgbClr>
                </a:gs>
              </a:gsLst>
              <a:lin ang="5400700" scaled="0"/>
            </a:gradFill>
            <a:ln>
              <a:noFill/>
            </a:ln>
            <a:effectLst>
              <a:outerShdw blurRad="57150" dist="38100" dir="5400000" algn="bl" rotWithShape="0">
                <a:schemeClr val="dk1">
                  <a:alpha val="1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85"/>
            <p:cNvSpPr/>
            <p:nvPr/>
          </p:nvSpPr>
          <p:spPr>
            <a:xfrm>
              <a:off x="7878613" y="1426650"/>
              <a:ext cx="80575" cy="190775"/>
            </a:xfrm>
            <a:custGeom>
              <a:avLst/>
              <a:gdLst/>
              <a:ahLst/>
              <a:cxnLst/>
              <a:rect l="l" t="t" r="r" b="b"/>
              <a:pathLst>
                <a:path w="3223" h="7631" extrusionOk="0">
                  <a:moveTo>
                    <a:pt x="487" y="1"/>
                  </a:moveTo>
                  <a:cubicBezTo>
                    <a:pt x="244" y="1"/>
                    <a:pt x="1" y="244"/>
                    <a:pt x="1" y="518"/>
                  </a:cubicBezTo>
                  <a:lnTo>
                    <a:pt x="1" y="7113"/>
                  </a:lnTo>
                  <a:cubicBezTo>
                    <a:pt x="1" y="7387"/>
                    <a:pt x="244" y="7630"/>
                    <a:pt x="487" y="7630"/>
                  </a:cubicBezTo>
                  <a:lnTo>
                    <a:pt x="2706" y="7630"/>
                  </a:lnTo>
                  <a:cubicBezTo>
                    <a:pt x="3010" y="7630"/>
                    <a:pt x="3223" y="7387"/>
                    <a:pt x="3192" y="7113"/>
                  </a:cubicBezTo>
                  <a:lnTo>
                    <a:pt x="3192" y="518"/>
                  </a:lnTo>
                  <a:cubicBezTo>
                    <a:pt x="3192" y="244"/>
                    <a:pt x="2979" y="1"/>
                    <a:pt x="2706" y="1"/>
                  </a:cubicBezTo>
                  <a:close/>
                </a:path>
              </a:pathLst>
            </a:custGeom>
            <a:gradFill>
              <a:gsLst>
                <a:gs pos="0">
                  <a:schemeClr val="lt1"/>
                </a:gs>
                <a:gs pos="100000">
                  <a:srgbClr val="F9F8FF">
                    <a:alpha val="86666"/>
                  </a:srgbClr>
                </a:gs>
              </a:gsLst>
              <a:lin ang="5400700" scaled="0"/>
            </a:gradFill>
            <a:ln>
              <a:noFill/>
            </a:ln>
            <a:effectLst>
              <a:outerShdw blurRad="57150" dist="190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5" name="Google Shape;1865;p85"/>
          <p:cNvGrpSpPr/>
          <p:nvPr/>
        </p:nvGrpSpPr>
        <p:grpSpPr>
          <a:xfrm>
            <a:off x="2612434" y="2353140"/>
            <a:ext cx="1010747" cy="784263"/>
            <a:chOff x="1150100" y="2672675"/>
            <a:chExt cx="1076178" cy="835033"/>
          </a:xfrm>
        </p:grpSpPr>
        <p:sp>
          <p:nvSpPr>
            <p:cNvPr id="1866" name="Google Shape;1866;p85"/>
            <p:cNvSpPr/>
            <p:nvPr/>
          </p:nvSpPr>
          <p:spPr>
            <a:xfrm>
              <a:off x="1150100" y="2672675"/>
              <a:ext cx="1076178" cy="835033"/>
            </a:xfrm>
            <a:custGeom>
              <a:avLst/>
              <a:gdLst/>
              <a:ahLst/>
              <a:cxnLst/>
              <a:rect l="l" t="t" r="r" b="b"/>
              <a:pathLst>
                <a:path w="28300" h="28299" extrusionOk="0">
                  <a:moveTo>
                    <a:pt x="25260" y="28298"/>
                  </a:moveTo>
                  <a:lnTo>
                    <a:pt x="3040" y="28298"/>
                  </a:lnTo>
                  <a:cubicBezTo>
                    <a:pt x="1369" y="28298"/>
                    <a:pt x="1" y="26931"/>
                    <a:pt x="1" y="25259"/>
                  </a:cubicBezTo>
                  <a:lnTo>
                    <a:pt x="1" y="3040"/>
                  </a:lnTo>
                  <a:cubicBezTo>
                    <a:pt x="1" y="1368"/>
                    <a:pt x="1369" y="0"/>
                    <a:pt x="3040" y="0"/>
                  </a:cubicBezTo>
                  <a:lnTo>
                    <a:pt x="25260" y="0"/>
                  </a:lnTo>
                  <a:cubicBezTo>
                    <a:pt x="26931" y="0"/>
                    <a:pt x="28299" y="1368"/>
                    <a:pt x="28299" y="3040"/>
                  </a:cubicBezTo>
                  <a:lnTo>
                    <a:pt x="28299" y="25259"/>
                  </a:lnTo>
                  <a:cubicBezTo>
                    <a:pt x="28299" y="26931"/>
                    <a:pt x="26931" y="28298"/>
                    <a:pt x="25260" y="28298"/>
                  </a:cubicBezTo>
                  <a:close/>
                </a:path>
              </a:pathLst>
            </a:custGeom>
            <a:solidFill>
              <a:schemeClr val="accent5"/>
            </a:solidFill>
            <a:ln>
              <a:noFill/>
            </a:ln>
            <a:effectLst>
              <a:outerShdw blurRad="71438" dist="47625" dir="5400000" algn="bl" rotWithShape="0">
                <a:schemeClr val="dk1">
                  <a:alpha val="18000"/>
                </a:schemeClr>
              </a:outerShdw>
              <a:reflection stA="5000" endPos="28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7" name="Google Shape;1867;p85"/>
            <p:cNvGrpSpPr/>
            <p:nvPr/>
          </p:nvGrpSpPr>
          <p:grpSpPr>
            <a:xfrm>
              <a:off x="1399112" y="2789445"/>
              <a:ext cx="622391" cy="623829"/>
              <a:chOff x="5096713" y="3964200"/>
              <a:chExt cx="324500" cy="325250"/>
            </a:xfrm>
          </p:grpSpPr>
          <p:sp>
            <p:nvSpPr>
              <p:cNvPr id="1868" name="Google Shape;1868;p85"/>
              <p:cNvSpPr/>
              <p:nvPr/>
            </p:nvSpPr>
            <p:spPr>
              <a:xfrm>
                <a:off x="5096713" y="3964200"/>
                <a:ext cx="324500" cy="325250"/>
              </a:xfrm>
              <a:custGeom>
                <a:avLst/>
                <a:gdLst/>
                <a:ahLst/>
                <a:cxnLst/>
                <a:rect l="l" t="t" r="r" b="b"/>
                <a:pathLst>
                  <a:path w="12980" h="13010" extrusionOk="0">
                    <a:moveTo>
                      <a:pt x="6445" y="699"/>
                    </a:moveTo>
                    <a:cubicBezTo>
                      <a:pt x="9636" y="699"/>
                      <a:pt x="12250" y="3313"/>
                      <a:pt x="12250" y="6505"/>
                    </a:cubicBezTo>
                    <a:cubicBezTo>
                      <a:pt x="12250" y="9697"/>
                      <a:pt x="9667" y="12311"/>
                      <a:pt x="6445" y="12311"/>
                    </a:cubicBezTo>
                    <a:cubicBezTo>
                      <a:pt x="3253" y="12311"/>
                      <a:pt x="639" y="9727"/>
                      <a:pt x="639" y="6505"/>
                    </a:cubicBezTo>
                    <a:cubicBezTo>
                      <a:pt x="639" y="3313"/>
                      <a:pt x="3253" y="699"/>
                      <a:pt x="6445" y="699"/>
                    </a:cubicBezTo>
                    <a:close/>
                    <a:moveTo>
                      <a:pt x="6475" y="0"/>
                    </a:moveTo>
                    <a:cubicBezTo>
                      <a:pt x="2919" y="0"/>
                      <a:pt x="1" y="2949"/>
                      <a:pt x="1" y="6505"/>
                    </a:cubicBezTo>
                    <a:cubicBezTo>
                      <a:pt x="1" y="10092"/>
                      <a:pt x="2888" y="13010"/>
                      <a:pt x="6475" y="13010"/>
                    </a:cubicBezTo>
                    <a:cubicBezTo>
                      <a:pt x="10062" y="13010"/>
                      <a:pt x="12980" y="10092"/>
                      <a:pt x="12980" y="6505"/>
                    </a:cubicBezTo>
                    <a:cubicBezTo>
                      <a:pt x="12980" y="2949"/>
                      <a:pt x="10062" y="0"/>
                      <a:pt x="6475" y="0"/>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85"/>
              <p:cNvSpPr/>
              <p:nvPr/>
            </p:nvSpPr>
            <p:spPr>
              <a:xfrm>
                <a:off x="5185638" y="3964200"/>
                <a:ext cx="144400" cy="325250"/>
              </a:xfrm>
              <a:custGeom>
                <a:avLst/>
                <a:gdLst/>
                <a:ahLst/>
                <a:cxnLst/>
                <a:rect l="l" t="t" r="r" b="b"/>
                <a:pathLst>
                  <a:path w="5776" h="13010" extrusionOk="0">
                    <a:moveTo>
                      <a:pt x="2888" y="699"/>
                    </a:moveTo>
                    <a:cubicBezTo>
                      <a:pt x="3952" y="699"/>
                      <a:pt x="5137" y="3101"/>
                      <a:pt x="5137" y="6505"/>
                    </a:cubicBezTo>
                    <a:cubicBezTo>
                      <a:pt x="5137" y="9940"/>
                      <a:pt x="3952" y="12311"/>
                      <a:pt x="2888" y="12311"/>
                    </a:cubicBezTo>
                    <a:cubicBezTo>
                      <a:pt x="1824" y="12311"/>
                      <a:pt x="638" y="9940"/>
                      <a:pt x="638" y="6505"/>
                    </a:cubicBezTo>
                    <a:cubicBezTo>
                      <a:pt x="638" y="3101"/>
                      <a:pt x="1824" y="699"/>
                      <a:pt x="2888" y="699"/>
                    </a:cubicBezTo>
                    <a:close/>
                    <a:moveTo>
                      <a:pt x="2888" y="0"/>
                    </a:moveTo>
                    <a:cubicBezTo>
                      <a:pt x="1307" y="0"/>
                      <a:pt x="0" y="2857"/>
                      <a:pt x="0" y="6505"/>
                    </a:cubicBezTo>
                    <a:cubicBezTo>
                      <a:pt x="0" y="10152"/>
                      <a:pt x="1307" y="13010"/>
                      <a:pt x="2888" y="13010"/>
                    </a:cubicBezTo>
                    <a:cubicBezTo>
                      <a:pt x="4499" y="13010"/>
                      <a:pt x="5775" y="10152"/>
                      <a:pt x="5775" y="6505"/>
                    </a:cubicBezTo>
                    <a:cubicBezTo>
                      <a:pt x="5775" y="2857"/>
                      <a:pt x="4529" y="0"/>
                      <a:pt x="2888" y="0"/>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85"/>
              <p:cNvSpPr/>
              <p:nvPr/>
            </p:nvSpPr>
            <p:spPr>
              <a:xfrm>
                <a:off x="5104313" y="4119225"/>
                <a:ext cx="307800" cy="15975"/>
              </a:xfrm>
              <a:custGeom>
                <a:avLst/>
                <a:gdLst/>
                <a:ahLst/>
                <a:cxnLst/>
                <a:rect l="l" t="t" r="r" b="b"/>
                <a:pathLst>
                  <a:path w="12312" h="639" extrusionOk="0">
                    <a:moveTo>
                      <a:pt x="1" y="0"/>
                    </a:moveTo>
                    <a:lnTo>
                      <a:pt x="1" y="638"/>
                    </a:lnTo>
                    <a:lnTo>
                      <a:pt x="12311" y="638"/>
                    </a:lnTo>
                    <a:lnTo>
                      <a:pt x="12311" y="0"/>
                    </a:ln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85"/>
              <p:cNvSpPr/>
              <p:nvPr/>
            </p:nvSpPr>
            <p:spPr>
              <a:xfrm>
                <a:off x="5136238" y="4023475"/>
                <a:ext cx="243200" cy="43325"/>
              </a:xfrm>
              <a:custGeom>
                <a:avLst/>
                <a:gdLst/>
                <a:ahLst/>
                <a:cxnLst/>
                <a:rect l="l" t="t" r="r" b="b"/>
                <a:pathLst>
                  <a:path w="9728" h="1733" extrusionOk="0">
                    <a:moveTo>
                      <a:pt x="456" y="0"/>
                    </a:moveTo>
                    <a:lnTo>
                      <a:pt x="0" y="456"/>
                    </a:lnTo>
                    <a:cubicBezTo>
                      <a:pt x="31" y="486"/>
                      <a:pt x="1307" y="1733"/>
                      <a:pt x="4864" y="1733"/>
                    </a:cubicBezTo>
                    <a:cubicBezTo>
                      <a:pt x="8420" y="1733"/>
                      <a:pt x="9697" y="486"/>
                      <a:pt x="9727" y="456"/>
                    </a:cubicBezTo>
                    <a:lnTo>
                      <a:pt x="9271" y="0"/>
                    </a:lnTo>
                    <a:cubicBezTo>
                      <a:pt x="9271" y="0"/>
                      <a:pt x="8147" y="1094"/>
                      <a:pt x="4864" y="1094"/>
                    </a:cubicBezTo>
                    <a:cubicBezTo>
                      <a:pt x="1581" y="1094"/>
                      <a:pt x="456" y="0"/>
                      <a:pt x="456" y="0"/>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85"/>
              <p:cNvSpPr/>
              <p:nvPr/>
            </p:nvSpPr>
            <p:spPr>
              <a:xfrm>
                <a:off x="5136238" y="4187600"/>
                <a:ext cx="243200" cy="44100"/>
              </a:xfrm>
              <a:custGeom>
                <a:avLst/>
                <a:gdLst/>
                <a:ahLst/>
                <a:cxnLst/>
                <a:rect l="l" t="t" r="r" b="b"/>
                <a:pathLst>
                  <a:path w="9728" h="1764" extrusionOk="0">
                    <a:moveTo>
                      <a:pt x="4864" y="1"/>
                    </a:moveTo>
                    <a:cubicBezTo>
                      <a:pt x="1277" y="1"/>
                      <a:pt x="31" y="1247"/>
                      <a:pt x="0" y="1308"/>
                    </a:cubicBezTo>
                    <a:lnTo>
                      <a:pt x="456" y="1764"/>
                    </a:lnTo>
                    <a:cubicBezTo>
                      <a:pt x="456" y="1764"/>
                      <a:pt x="1581" y="639"/>
                      <a:pt x="4864" y="639"/>
                    </a:cubicBezTo>
                    <a:cubicBezTo>
                      <a:pt x="8147" y="639"/>
                      <a:pt x="9271" y="1764"/>
                      <a:pt x="9271" y="1764"/>
                    </a:cubicBezTo>
                    <a:lnTo>
                      <a:pt x="9727" y="1308"/>
                    </a:lnTo>
                    <a:cubicBezTo>
                      <a:pt x="9697" y="1247"/>
                      <a:pt x="8450" y="1"/>
                      <a:pt x="4864" y="1"/>
                    </a:cubicBezTo>
                    <a:close/>
                  </a:path>
                </a:pathLst>
              </a:custGeom>
              <a:solidFill>
                <a:schemeClr val="lt1"/>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73" name="Google Shape;1873;p85"/>
          <p:cNvGrpSpPr/>
          <p:nvPr/>
        </p:nvGrpSpPr>
        <p:grpSpPr>
          <a:xfrm>
            <a:off x="3042546" y="3069061"/>
            <a:ext cx="712744" cy="301989"/>
            <a:chOff x="5021875" y="2898100"/>
            <a:chExt cx="622375" cy="263700"/>
          </a:xfrm>
        </p:grpSpPr>
        <p:sp>
          <p:nvSpPr>
            <p:cNvPr id="1874" name="Google Shape;1874;p85"/>
            <p:cNvSpPr/>
            <p:nvPr/>
          </p:nvSpPr>
          <p:spPr>
            <a:xfrm>
              <a:off x="5021875" y="2976375"/>
              <a:ext cx="622375" cy="185425"/>
            </a:xfrm>
            <a:custGeom>
              <a:avLst/>
              <a:gdLst/>
              <a:ahLst/>
              <a:cxnLst/>
              <a:rect l="l" t="t" r="r" b="b"/>
              <a:pathLst>
                <a:path w="24895" h="7417" extrusionOk="0">
                  <a:moveTo>
                    <a:pt x="0" y="0"/>
                  </a:moveTo>
                  <a:lnTo>
                    <a:pt x="0" y="5988"/>
                  </a:lnTo>
                  <a:cubicBezTo>
                    <a:pt x="0" y="6779"/>
                    <a:pt x="669" y="7417"/>
                    <a:pt x="1459" y="7417"/>
                  </a:cubicBezTo>
                  <a:lnTo>
                    <a:pt x="23466" y="7417"/>
                  </a:lnTo>
                  <a:cubicBezTo>
                    <a:pt x="24256" y="7417"/>
                    <a:pt x="24894" y="6748"/>
                    <a:pt x="24894" y="5988"/>
                  </a:cubicBezTo>
                  <a:lnTo>
                    <a:pt x="24894" y="0"/>
                  </a:lnTo>
                  <a:close/>
                </a:path>
              </a:pathLst>
            </a:custGeom>
            <a:gradFill>
              <a:gsLst>
                <a:gs pos="0">
                  <a:schemeClr val="lt1"/>
                </a:gs>
                <a:gs pos="100000">
                  <a:srgbClr val="F9F8FF">
                    <a:alpha val="86666"/>
                  </a:srgbClr>
                </a:gs>
              </a:gsLst>
              <a:lin ang="5400700" scaled="0"/>
            </a:gra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85"/>
            <p:cNvSpPr/>
            <p:nvPr/>
          </p:nvSpPr>
          <p:spPr>
            <a:xfrm>
              <a:off x="5021875" y="2898100"/>
              <a:ext cx="622375" cy="77525"/>
            </a:xfrm>
            <a:custGeom>
              <a:avLst/>
              <a:gdLst/>
              <a:ahLst/>
              <a:cxnLst/>
              <a:rect l="l" t="t" r="r" b="b"/>
              <a:pathLst>
                <a:path w="24895" h="3101" extrusionOk="0">
                  <a:moveTo>
                    <a:pt x="1459" y="1"/>
                  </a:moveTo>
                  <a:cubicBezTo>
                    <a:pt x="669" y="1"/>
                    <a:pt x="0" y="639"/>
                    <a:pt x="0" y="1429"/>
                  </a:cubicBezTo>
                  <a:lnTo>
                    <a:pt x="0" y="3101"/>
                  </a:lnTo>
                  <a:lnTo>
                    <a:pt x="24894" y="3101"/>
                  </a:lnTo>
                  <a:lnTo>
                    <a:pt x="24894" y="1429"/>
                  </a:lnTo>
                  <a:cubicBezTo>
                    <a:pt x="24894" y="639"/>
                    <a:pt x="24256" y="1"/>
                    <a:pt x="23466" y="1"/>
                  </a:cubicBezTo>
                  <a:close/>
                </a:path>
              </a:pathLst>
            </a:custGeom>
            <a:solidFill>
              <a:schemeClr val="dk2"/>
            </a:solidFill>
            <a:ln w="9525" cap="flat" cmpd="sng">
              <a:solidFill>
                <a:srgbClr val="D2D6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85"/>
            <p:cNvSpPr/>
            <p:nvPr/>
          </p:nvSpPr>
          <p:spPr>
            <a:xfrm>
              <a:off x="5069750" y="2922425"/>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60"/>
                    <a:pt x="973" y="487"/>
                  </a:cubicBezTo>
                  <a:cubicBezTo>
                    <a:pt x="973" y="243"/>
                    <a:pt x="760" y="0"/>
                    <a:pt x="487" y="0"/>
                  </a:cubicBezTo>
                  <a:close/>
                </a:path>
              </a:pathLst>
            </a:custGeom>
            <a:solidFill>
              <a:srgbClr val="FFC3D0"/>
            </a:solidFill>
            <a:ln>
              <a:noFill/>
            </a:ln>
            <a:effectLst>
              <a:outerShdw blurRad="57150" dist="28575"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85"/>
            <p:cNvSpPr/>
            <p:nvPr/>
          </p:nvSpPr>
          <p:spPr>
            <a:xfrm>
              <a:off x="5122925" y="2922425"/>
              <a:ext cx="24350" cy="25100"/>
            </a:xfrm>
            <a:custGeom>
              <a:avLst/>
              <a:gdLst/>
              <a:ahLst/>
              <a:cxnLst/>
              <a:rect l="l" t="t" r="r" b="b"/>
              <a:pathLst>
                <a:path w="974" h="1004" extrusionOk="0">
                  <a:moveTo>
                    <a:pt x="487" y="0"/>
                  </a:moveTo>
                  <a:cubicBezTo>
                    <a:pt x="214" y="0"/>
                    <a:pt x="1" y="243"/>
                    <a:pt x="1" y="487"/>
                  </a:cubicBezTo>
                  <a:cubicBezTo>
                    <a:pt x="1" y="760"/>
                    <a:pt x="214" y="1003"/>
                    <a:pt x="487" y="1003"/>
                  </a:cubicBezTo>
                  <a:cubicBezTo>
                    <a:pt x="761" y="1003"/>
                    <a:pt x="974" y="760"/>
                    <a:pt x="974" y="487"/>
                  </a:cubicBezTo>
                  <a:cubicBezTo>
                    <a:pt x="974" y="243"/>
                    <a:pt x="791" y="0"/>
                    <a:pt x="487" y="0"/>
                  </a:cubicBezTo>
                  <a:close/>
                </a:path>
              </a:pathLst>
            </a:custGeom>
            <a:solidFill>
              <a:srgbClr val="F5D79B"/>
            </a:solidFill>
            <a:ln>
              <a:noFill/>
            </a:ln>
            <a:effectLst>
              <a:outerShdw blurRad="57150" dist="28575"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85"/>
            <p:cNvSpPr/>
            <p:nvPr/>
          </p:nvSpPr>
          <p:spPr>
            <a:xfrm>
              <a:off x="5176875" y="2922425"/>
              <a:ext cx="24350" cy="25100"/>
            </a:xfrm>
            <a:custGeom>
              <a:avLst/>
              <a:gdLst/>
              <a:ahLst/>
              <a:cxnLst/>
              <a:rect l="l" t="t" r="r" b="b"/>
              <a:pathLst>
                <a:path w="974" h="1004" extrusionOk="0">
                  <a:moveTo>
                    <a:pt x="487" y="0"/>
                  </a:moveTo>
                  <a:cubicBezTo>
                    <a:pt x="214" y="0"/>
                    <a:pt x="1" y="243"/>
                    <a:pt x="1" y="487"/>
                  </a:cubicBezTo>
                  <a:cubicBezTo>
                    <a:pt x="1" y="760"/>
                    <a:pt x="214" y="1003"/>
                    <a:pt x="487" y="1003"/>
                  </a:cubicBezTo>
                  <a:cubicBezTo>
                    <a:pt x="761" y="1003"/>
                    <a:pt x="974" y="760"/>
                    <a:pt x="974" y="487"/>
                  </a:cubicBezTo>
                  <a:cubicBezTo>
                    <a:pt x="974" y="243"/>
                    <a:pt x="761" y="0"/>
                    <a:pt x="487" y="0"/>
                  </a:cubicBezTo>
                  <a:close/>
                </a:path>
              </a:pathLst>
            </a:custGeom>
            <a:solidFill>
              <a:srgbClr val="6AEBE7"/>
            </a:solidFill>
            <a:ln>
              <a:noFill/>
            </a:ln>
            <a:effectLst>
              <a:outerShdw blurRad="57150" dist="28575"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85"/>
            <p:cNvSpPr/>
            <p:nvPr/>
          </p:nvSpPr>
          <p:spPr>
            <a:xfrm>
              <a:off x="5088750" y="3020450"/>
              <a:ext cx="95000" cy="95000"/>
            </a:xfrm>
            <a:custGeom>
              <a:avLst/>
              <a:gdLst/>
              <a:ahLst/>
              <a:cxnLst/>
              <a:rect l="l" t="t" r="r" b="b"/>
              <a:pathLst>
                <a:path w="3800" h="3800" extrusionOk="0">
                  <a:moveTo>
                    <a:pt x="1885" y="0"/>
                  </a:moveTo>
                  <a:cubicBezTo>
                    <a:pt x="821" y="0"/>
                    <a:pt x="0" y="821"/>
                    <a:pt x="0" y="1885"/>
                  </a:cubicBezTo>
                  <a:cubicBezTo>
                    <a:pt x="0" y="2949"/>
                    <a:pt x="821" y="3800"/>
                    <a:pt x="1885" y="3800"/>
                  </a:cubicBezTo>
                  <a:cubicBezTo>
                    <a:pt x="2948" y="3800"/>
                    <a:pt x="3800" y="2949"/>
                    <a:pt x="3800" y="1885"/>
                  </a:cubicBezTo>
                  <a:cubicBezTo>
                    <a:pt x="3800" y="821"/>
                    <a:pt x="2918" y="0"/>
                    <a:pt x="1885" y="0"/>
                  </a:cubicBezTo>
                  <a:close/>
                </a:path>
              </a:pathLst>
            </a:custGeom>
            <a:solidFill>
              <a:schemeClr val="accent1"/>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85"/>
            <p:cNvSpPr/>
            <p:nvPr/>
          </p:nvSpPr>
          <p:spPr>
            <a:xfrm>
              <a:off x="5225525" y="3031850"/>
              <a:ext cx="335125" cy="22825"/>
            </a:xfrm>
            <a:custGeom>
              <a:avLst/>
              <a:gdLst/>
              <a:ahLst/>
              <a:cxnLst/>
              <a:rect l="l" t="t" r="r" b="b"/>
              <a:pathLst>
                <a:path w="13405" h="913" extrusionOk="0">
                  <a:moveTo>
                    <a:pt x="426" y="0"/>
                  </a:moveTo>
                  <a:cubicBezTo>
                    <a:pt x="183" y="0"/>
                    <a:pt x="0" y="183"/>
                    <a:pt x="0" y="426"/>
                  </a:cubicBezTo>
                  <a:lnTo>
                    <a:pt x="0" y="487"/>
                  </a:lnTo>
                  <a:cubicBezTo>
                    <a:pt x="0" y="730"/>
                    <a:pt x="183" y="912"/>
                    <a:pt x="426" y="912"/>
                  </a:cubicBezTo>
                  <a:lnTo>
                    <a:pt x="12979" y="912"/>
                  </a:lnTo>
                  <a:cubicBezTo>
                    <a:pt x="13222" y="912"/>
                    <a:pt x="13405" y="730"/>
                    <a:pt x="13405" y="487"/>
                  </a:cubicBezTo>
                  <a:lnTo>
                    <a:pt x="13405" y="426"/>
                  </a:lnTo>
                  <a:cubicBezTo>
                    <a:pt x="13405" y="183"/>
                    <a:pt x="13222" y="0"/>
                    <a:pt x="12979" y="0"/>
                  </a:cubicBezTo>
                  <a:close/>
                </a:path>
              </a:pathLst>
            </a:custGeom>
            <a:solidFill>
              <a:schemeClr val="dk2"/>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85"/>
            <p:cNvSpPr/>
            <p:nvPr/>
          </p:nvSpPr>
          <p:spPr>
            <a:xfrm>
              <a:off x="5225525" y="3086550"/>
              <a:ext cx="186950" cy="22825"/>
            </a:xfrm>
            <a:custGeom>
              <a:avLst/>
              <a:gdLst/>
              <a:ahLst/>
              <a:cxnLst/>
              <a:rect l="l" t="t" r="r" b="b"/>
              <a:pathLst>
                <a:path w="7478" h="913" extrusionOk="0">
                  <a:moveTo>
                    <a:pt x="426" y="1"/>
                  </a:moveTo>
                  <a:cubicBezTo>
                    <a:pt x="183" y="1"/>
                    <a:pt x="0" y="183"/>
                    <a:pt x="0" y="426"/>
                  </a:cubicBezTo>
                  <a:lnTo>
                    <a:pt x="0" y="517"/>
                  </a:lnTo>
                  <a:cubicBezTo>
                    <a:pt x="0" y="730"/>
                    <a:pt x="183" y="913"/>
                    <a:pt x="426" y="913"/>
                  </a:cubicBezTo>
                  <a:lnTo>
                    <a:pt x="7052" y="913"/>
                  </a:lnTo>
                  <a:cubicBezTo>
                    <a:pt x="7295" y="913"/>
                    <a:pt x="7478" y="730"/>
                    <a:pt x="7478" y="517"/>
                  </a:cubicBezTo>
                  <a:lnTo>
                    <a:pt x="7478" y="426"/>
                  </a:lnTo>
                  <a:cubicBezTo>
                    <a:pt x="7478" y="183"/>
                    <a:pt x="7295" y="1"/>
                    <a:pt x="7052" y="1"/>
                  </a:cubicBezTo>
                  <a:close/>
                </a:path>
              </a:pathLst>
            </a:custGeom>
            <a:solidFill>
              <a:schemeClr val="dk2"/>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85"/>
            <p:cNvSpPr/>
            <p:nvPr/>
          </p:nvSpPr>
          <p:spPr>
            <a:xfrm>
              <a:off x="5434500" y="3086550"/>
              <a:ext cx="53975" cy="22825"/>
            </a:xfrm>
            <a:custGeom>
              <a:avLst/>
              <a:gdLst/>
              <a:ahLst/>
              <a:cxnLst/>
              <a:rect l="l" t="t" r="r" b="b"/>
              <a:pathLst>
                <a:path w="2159" h="913" extrusionOk="0">
                  <a:moveTo>
                    <a:pt x="456" y="1"/>
                  </a:moveTo>
                  <a:cubicBezTo>
                    <a:pt x="183" y="1"/>
                    <a:pt x="0" y="244"/>
                    <a:pt x="0" y="457"/>
                  </a:cubicBezTo>
                  <a:cubicBezTo>
                    <a:pt x="0" y="730"/>
                    <a:pt x="213" y="913"/>
                    <a:pt x="456" y="913"/>
                  </a:cubicBezTo>
                  <a:lnTo>
                    <a:pt x="1702" y="913"/>
                  </a:lnTo>
                  <a:cubicBezTo>
                    <a:pt x="1945" y="913"/>
                    <a:pt x="2128" y="730"/>
                    <a:pt x="2158" y="457"/>
                  </a:cubicBezTo>
                  <a:cubicBezTo>
                    <a:pt x="2158" y="214"/>
                    <a:pt x="1945" y="1"/>
                    <a:pt x="1702" y="1"/>
                  </a:cubicBezTo>
                  <a:close/>
                </a:path>
              </a:pathLst>
            </a:custGeom>
            <a:solidFill>
              <a:schemeClr val="dk2"/>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3" name="Google Shape;1883;p85"/>
          <p:cNvSpPr/>
          <p:nvPr/>
        </p:nvSpPr>
        <p:spPr>
          <a:xfrm>
            <a:off x="3253050" y="1354263"/>
            <a:ext cx="356425" cy="355650"/>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85"/>
          <p:cNvSpPr/>
          <p:nvPr/>
        </p:nvSpPr>
        <p:spPr>
          <a:xfrm>
            <a:off x="922750" y="3969013"/>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dk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B0BF5226-BC14-4272-2914-2A871B069D11}"/>
              </a:ext>
            </a:extLst>
          </p:cNvPr>
          <p:cNvSpPr txBox="1"/>
          <p:nvPr/>
        </p:nvSpPr>
        <p:spPr>
          <a:xfrm>
            <a:off x="4267347" y="1668043"/>
            <a:ext cx="3980214" cy="2985433"/>
          </a:xfrm>
          <a:prstGeom prst="rect">
            <a:avLst/>
          </a:prstGeom>
          <a:noFill/>
        </p:spPr>
        <p:txBody>
          <a:bodyPr wrap="square" rtlCol="0">
            <a:spAutoFit/>
          </a:bodyPr>
          <a:lstStyle/>
          <a:p>
            <a:pPr algn="just"/>
            <a:r>
              <a:rPr lang="en-US" sz="2000" b="1" dirty="0">
                <a:solidFill>
                  <a:schemeClr val="dk1"/>
                </a:solidFill>
                <a:latin typeface="Quicksand"/>
                <a:sym typeface="Quicksand"/>
              </a:rPr>
              <a:t>The main pillars or features of object oriented programming include</a:t>
            </a:r>
            <a:endParaRPr lang="en-US" sz="100" b="1" dirty="0">
              <a:solidFill>
                <a:schemeClr val="dk1"/>
              </a:solidFill>
              <a:latin typeface="Quicksand"/>
              <a:sym typeface="Quicksand"/>
            </a:endParaRPr>
          </a:p>
          <a:p>
            <a:pPr algn="just"/>
            <a:endParaRPr lang="en-IN" sz="800" b="1" dirty="0">
              <a:solidFill>
                <a:schemeClr val="dk1"/>
              </a:solidFill>
              <a:latin typeface="Quicksand"/>
              <a:sym typeface="Quicksand"/>
            </a:endParaRPr>
          </a:p>
          <a:p>
            <a:pPr algn="just"/>
            <a:r>
              <a:rPr lang="en-IN" sz="2000" b="1" dirty="0">
                <a:solidFill>
                  <a:schemeClr val="dk1"/>
                </a:solidFill>
                <a:latin typeface="Quicksand"/>
                <a:sym typeface="Quicksand"/>
              </a:rPr>
              <a:t>	- Class</a:t>
            </a:r>
          </a:p>
          <a:p>
            <a:pPr algn="just"/>
            <a:r>
              <a:rPr lang="en-IN" sz="2000" b="1" dirty="0">
                <a:solidFill>
                  <a:schemeClr val="dk1"/>
                </a:solidFill>
                <a:latin typeface="Quicksand"/>
                <a:sym typeface="Quicksand"/>
              </a:rPr>
              <a:t>	- Object</a:t>
            </a:r>
          </a:p>
          <a:p>
            <a:pPr algn="just"/>
            <a:r>
              <a:rPr lang="en-IN" sz="2000" b="1" dirty="0">
                <a:solidFill>
                  <a:schemeClr val="dk1"/>
                </a:solidFill>
                <a:latin typeface="Quicksand"/>
                <a:sym typeface="Quicksand"/>
              </a:rPr>
              <a:t>	- </a:t>
            </a:r>
            <a:r>
              <a:rPr lang="en-US" sz="2000" b="1" dirty="0">
                <a:solidFill>
                  <a:schemeClr val="dk1"/>
                </a:solidFill>
                <a:latin typeface="Quicksand"/>
                <a:sym typeface="Quicksand"/>
              </a:rPr>
              <a:t>Inheritance </a:t>
            </a:r>
            <a:endParaRPr lang="en-IN" sz="2000" b="1" dirty="0">
              <a:solidFill>
                <a:schemeClr val="dk1"/>
              </a:solidFill>
              <a:latin typeface="Quicksand"/>
              <a:sym typeface="Quicksand"/>
            </a:endParaRPr>
          </a:p>
          <a:p>
            <a:pPr algn="just"/>
            <a:r>
              <a:rPr lang="en-IN" sz="2000" b="1" dirty="0">
                <a:solidFill>
                  <a:schemeClr val="dk1"/>
                </a:solidFill>
                <a:latin typeface="Quicksand"/>
                <a:sym typeface="Quicksand"/>
              </a:rPr>
              <a:t>	- </a:t>
            </a:r>
            <a:r>
              <a:rPr lang="en-US" sz="2000" b="1" dirty="0">
                <a:solidFill>
                  <a:schemeClr val="dk1"/>
                </a:solidFill>
                <a:latin typeface="Quicksand"/>
                <a:sym typeface="Quicksand"/>
              </a:rPr>
              <a:t>Abstraction</a:t>
            </a:r>
          </a:p>
          <a:p>
            <a:pPr algn="just"/>
            <a:r>
              <a:rPr lang="en-IN" sz="2000" b="1" dirty="0">
                <a:solidFill>
                  <a:schemeClr val="dk1"/>
                </a:solidFill>
                <a:latin typeface="Quicksand"/>
                <a:sym typeface="Quicksand"/>
              </a:rPr>
              <a:t>	- </a:t>
            </a:r>
            <a:r>
              <a:rPr lang="en-US" sz="2000" b="1" dirty="0">
                <a:solidFill>
                  <a:schemeClr val="dk1"/>
                </a:solidFill>
                <a:latin typeface="Quicksand"/>
                <a:sym typeface="Quicksand"/>
              </a:rPr>
              <a:t>Encapsulation</a:t>
            </a:r>
            <a:endParaRPr lang="en-IN" sz="2000" b="1" dirty="0">
              <a:solidFill>
                <a:schemeClr val="dk1"/>
              </a:solidFill>
              <a:latin typeface="Quicksand"/>
              <a:sym typeface="Quicksand"/>
            </a:endParaRPr>
          </a:p>
          <a:p>
            <a:pPr algn="just"/>
            <a:r>
              <a:rPr lang="en-IN" sz="2000" b="1" dirty="0">
                <a:solidFill>
                  <a:schemeClr val="dk1"/>
                </a:solidFill>
                <a:latin typeface="Quicksand"/>
                <a:sym typeface="Quicksand"/>
              </a:rPr>
              <a:t>	- </a:t>
            </a:r>
            <a:r>
              <a:rPr lang="en-US" sz="2000" b="1" dirty="0">
                <a:solidFill>
                  <a:schemeClr val="dk1"/>
                </a:solidFill>
                <a:latin typeface="Quicksand"/>
                <a:sym typeface="Quicksand"/>
              </a:rPr>
              <a:t>Polymorphism</a:t>
            </a:r>
            <a:endParaRPr lang="en-IN" sz="2000" b="1" dirty="0">
              <a:solidFill>
                <a:schemeClr val="dk1"/>
              </a:solidFill>
              <a:latin typeface="Quicksand"/>
              <a:sym typeface="Quicksand"/>
            </a:endParaRPr>
          </a:p>
        </p:txBody>
      </p:sp>
    </p:spTree>
    <p:extLst>
      <p:ext uri="{BB962C8B-B14F-4D97-AF65-F5344CB8AC3E}">
        <p14:creationId xmlns:p14="http://schemas.microsoft.com/office/powerpoint/2010/main" val="3795008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1884"/>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1883"/>
                                        </p:tgtEl>
                                        <p:attrNameLst>
                                          <p:attrName>r</p:attrName>
                                        </p:attrNameLst>
                                      </p:cBhvr>
                                    </p:animRot>
                                  </p:childTnLst>
                                </p:cTn>
                              </p:par>
                            </p:childTnLst>
                          </p:cTn>
                        </p:par>
                        <p:par>
                          <p:cTn id="9" fill="hold">
                            <p:stCondLst>
                              <p:cond delay="800"/>
                            </p:stCondLst>
                            <p:childTnLst>
                              <p:par>
                                <p:cTn id="10" presetID="53" presetClass="entr" presetSubtype="16" fill="hold" grpId="0" nodeType="afterEffect">
                                  <p:stCondLst>
                                    <p:cond delay="0"/>
                                  </p:stCondLst>
                                  <p:childTnLst>
                                    <p:set>
                                      <p:cBhvr>
                                        <p:cTn id="11" dur="1" fill="hold">
                                          <p:stCondLst>
                                            <p:cond delay="0"/>
                                          </p:stCondLst>
                                        </p:cTn>
                                        <p:tgtEl>
                                          <p:spTgt spid="1845"/>
                                        </p:tgtEl>
                                        <p:attrNameLst>
                                          <p:attrName>style.visibility</p:attrName>
                                        </p:attrNameLst>
                                      </p:cBhvr>
                                      <p:to>
                                        <p:strVal val="visible"/>
                                      </p:to>
                                    </p:set>
                                    <p:anim calcmode="lin" valueType="num">
                                      <p:cBhvr>
                                        <p:cTn id="12" dur="500" fill="hold"/>
                                        <p:tgtEl>
                                          <p:spTgt spid="1845"/>
                                        </p:tgtEl>
                                        <p:attrNameLst>
                                          <p:attrName>ppt_w</p:attrName>
                                        </p:attrNameLst>
                                      </p:cBhvr>
                                      <p:tavLst>
                                        <p:tav tm="0">
                                          <p:val>
                                            <p:fltVal val="0"/>
                                          </p:val>
                                        </p:tav>
                                        <p:tav tm="100000">
                                          <p:val>
                                            <p:strVal val="#ppt_w"/>
                                          </p:val>
                                        </p:tav>
                                      </p:tavLst>
                                    </p:anim>
                                    <p:anim calcmode="lin" valueType="num">
                                      <p:cBhvr>
                                        <p:cTn id="13" dur="500" fill="hold"/>
                                        <p:tgtEl>
                                          <p:spTgt spid="1845"/>
                                        </p:tgtEl>
                                        <p:attrNameLst>
                                          <p:attrName>ppt_h</p:attrName>
                                        </p:attrNameLst>
                                      </p:cBhvr>
                                      <p:tavLst>
                                        <p:tav tm="0">
                                          <p:val>
                                            <p:fltVal val="0"/>
                                          </p:val>
                                        </p:tav>
                                        <p:tav tm="100000">
                                          <p:val>
                                            <p:strVal val="#ppt_h"/>
                                          </p:val>
                                        </p:tav>
                                      </p:tavLst>
                                    </p:anim>
                                    <p:animEffect transition="in" filter="fade">
                                      <p:cBhvr>
                                        <p:cTn id="14" dur="500"/>
                                        <p:tgtEl>
                                          <p:spTgt spid="1845"/>
                                        </p:tgtEl>
                                      </p:cBhvr>
                                    </p:animEffect>
                                  </p:childTnLst>
                                </p:cTn>
                              </p:par>
                            </p:childTnLst>
                          </p:cTn>
                        </p:par>
                        <p:par>
                          <p:cTn id="15" fill="hold">
                            <p:stCondLst>
                              <p:cond delay="1300"/>
                            </p:stCondLst>
                            <p:childTnLst>
                              <p:par>
                                <p:cTn id="16" presetID="2" presetClass="entr" presetSubtype="4"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 calcmode="lin" valueType="num">
                                      <p:cBhvr additive="base">
                                        <p:cTn id="24"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 calcmode="lin" valueType="num">
                                      <p:cBhvr additive="base">
                                        <p:cTn id="28"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
                                            <p:txEl>
                                              <p:pRg st="2" end="2"/>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
                                            <p:txEl>
                                              <p:pRg st="3" end="3"/>
                                            </p:txEl>
                                          </p:spTgt>
                                        </p:tgtEl>
                                        <p:attrNameLst>
                                          <p:attrName>style.visibility</p:attrName>
                                        </p:attrNameLst>
                                      </p:cBhvr>
                                      <p:to>
                                        <p:strVal val="visible"/>
                                      </p:to>
                                    </p:set>
                                    <p:anim calcmode="lin" valueType="num">
                                      <p:cBhvr additive="base">
                                        <p:cTn id="32"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
                                            <p:txEl>
                                              <p:pRg st="3" end="3"/>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 calcmode="lin" valueType="num">
                                      <p:cBhvr additive="base">
                                        <p:cTn id="36"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
                                            <p:txEl>
                                              <p:pRg st="4" end="4"/>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 calcmode="lin" valueType="num">
                                      <p:cBhvr additive="base">
                                        <p:cTn id="40"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
                                            <p:txEl>
                                              <p:pRg st="5" end="5"/>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 calcmode="lin" valueType="num">
                                      <p:cBhvr additive="base">
                                        <p:cTn id="44"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
                                            <p:txEl>
                                              <p:pRg st="6" end="6"/>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 calcmode="lin" valueType="num">
                                      <p:cBhvr additive="base">
                                        <p:cTn id="48"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3"/>
        <p:cNvGrpSpPr/>
        <p:nvPr/>
      </p:nvGrpSpPr>
      <p:grpSpPr>
        <a:xfrm>
          <a:off x="0" y="0"/>
          <a:ext cx="0" cy="0"/>
          <a:chOff x="0" y="0"/>
          <a:chExt cx="0" cy="0"/>
        </a:xfrm>
      </p:grpSpPr>
      <p:grpSp>
        <p:nvGrpSpPr>
          <p:cNvPr id="1304" name="Google Shape;1304;p71"/>
          <p:cNvGrpSpPr/>
          <p:nvPr/>
        </p:nvGrpSpPr>
        <p:grpSpPr>
          <a:xfrm>
            <a:off x="770100" y="723838"/>
            <a:ext cx="3526268" cy="1776300"/>
            <a:chOff x="719975" y="1114972"/>
            <a:chExt cx="3010825" cy="1776300"/>
          </a:xfrm>
        </p:grpSpPr>
        <p:sp>
          <p:nvSpPr>
            <p:cNvPr id="1305" name="Google Shape;1305;p71"/>
            <p:cNvSpPr/>
            <p:nvPr/>
          </p:nvSpPr>
          <p:spPr>
            <a:xfrm>
              <a:off x="720000" y="1114972"/>
              <a:ext cx="3010800" cy="1776300"/>
            </a:xfrm>
            <a:prstGeom prst="roundRect">
              <a:avLst>
                <a:gd name="adj" fmla="val 12355"/>
              </a:avLst>
            </a:prstGeom>
            <a:gradFill>
              <a:gsLst>
                <a:gs pos="0">
                  <a:schemeClr val="lt1"/>
                </a:gs>
                <a:gs pos="100000">
                  <a:srgbClr val="F9F8FF">
                    <a:alpha val="86666"/>
                  </a:srgbClr>
                </a:gs>
              </a:gsLst>
              <a:lin ang="5400012"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71"/>
            <p:cNvSpPr/>
            <p:nvPr/>
          </p:nvSpPr>
          <p:spPr>
            <a:xfrm>
              <a:off x="719975" y="1114975"/>
              <a:ext cx="3010800" cy="355200"/>
            </a:xfrm>
            <a:prstGeom prst="round2SameRect">
              <a:avLst>
                <a:gd name="adj1" fmla="val 50000"/>
                <a:gd name="adj2" fmla="val 0"/>
              </a:avLst>
            </a:prstGeom>
            <a:solidFill>
              <a:schemeClr val="dk2"/>
            </a:solidFill>
            <a:ln w="9525" cap="flat" cmpd="sng">
              <a:solidFill>
                <a:srgbClr val="D2D6FF"/>
              </a:solidFill>
              <a:prstDash val="solid"/>
              <a:round/>
              <a:headEnd type="none" w="sm" len="sm"/>
              <a:tailEnd type="none" w="sm" len="sm"/>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7" name="Google Shape;1307;p71"/>
            <p:cNvGrpSpPr/>
            <p:nvPr/>
          </p:nvGrpSpPr>
          <p:grpSpPr>
            <a:xfrm rot="10800000" flipH="1">
              <a:off x="881412" y="1244995"/>
              <a:ext cx="429322" cy="93999"/>
              <a:chOff x="5840230" y="744468"/>
              <a:chExt cx="431653" cy="94500"/>
            </a:xfrm>
          </p:grpSpPr>
          <p:sp>
            <p:nvSpPr>
              <p:cNvPr id="1308" name="Google Shape;1308;p71"/>
              <p:cNvSpPr/>
              <p:nvPr/>
            </p:nvSpPr>
            <p:spPr>
              <a:xfrm>
                <a:off x="5840230" y="744468"/>
                <a:ext cx="94500" cy="94500"/>
              </a:xfrm>
              <a:prstGeom prst="ellipse">
                <a:avLst/>
              </a:prstGeom>
              <a:solidFill>
                <a:schemeClr val="accent2"/>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71"/>
              <p:cNvSpPr/>
              <p:nvPr/>
            </p:nvSpPr>
            <p:spPr>
              <a:xfrm>
                <a:off x="6008807" y="744468"/>
                <a:ext cx="94500" cy="94500"/>
              </a:xfrm>
              <a:prstGeom prst="ellipse">
                <a:avLst/>
              </a:prstGeom>
              <a:solidFill>
                <a:schemeClr val="accent4"/>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71"/>
              <p:cNvSpPr/>
              <p:nvPr/>
            </p:nvSpPr>
            <p:spPr>
              <a:xfrm>
                <a:off x="6177384" y="744468"/>
                <a:ext cx="94500" cy="94500"/>
              </a:xfrm>
              <a:prstGeom prst="ellipse">
                <a:avLst/>
              </a:prstGeom>
              <a:solidFill>
                <a:schemeClr val="lt1"/>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3" name="Google Shape;1323;p71"/>
          <p:cNvGrpSpPr/>
          <p:nvPr/>
        </p:nvGrpSpPr>
        <p:grpSpPr>
          <a:xfrm>
            <a:off x="1964262" y="3133859"/>
            <a:ext cx="1422619" cy="908118"/>
            <a:chOff x="1964262" y="3133859"/>
            <a:chExt cx="1422619" cy="908118"/>
          </a:xfrm>
        </p:grpSpPr>
        <p:grpSp>
          <p:nvGrpSpPr>
            <p:cNvPr id="1324" name="Google Shape;1324;p71"/>
            <p:cNvGrpSpPr/>
            <p:nvPr/>
          </p:nvGrpSpPr>
          <p:grpSpPr>
            <a:xfrm>
              <a:off x="2627043" y="3133859"/>
              <a:ext cx="759839" cy="908118"/>
              <a:chOff x="7948975" y="1691400"/>
              <a:chExt cx="623125" cy="744725"/>
            </a:xfrm>
          </p:grpSpPr>
          <p:sp>
            <p:nvSpPr>
              <p:cNvPr id="1325" name="Google Shape;1325;p71"/>
              <p:cNvSpPr/>
              <p:nvPr/>
            </p:nvSpPr>
            <p:spPr>
              <a:xfrm>
                <a:off x="7948975" y="1770425"/>
                <a:ext cx="623125" cy="665700"/>
              </a:xfrm>
              <a:custGeom>
                <a:avLst/>
                <a:gdLst/>
                <a:ahLst/>
                <a:cxnLst/>
                <a:rect l="l" t="t" r="r" b="b"/>
                <a:pathLst>
                  <a:path w="24925" h="26628" extrusionOk="0">
                    <a:moveTo>
                      <a:pt x="1" y="1"/>
                    </a:moveTo>
                    <a:lnTo>
                      <a:pt x="1" y="25199"/>
                    </a:lnTo>
                    <a:cubicBezTo>
                      <a:pt x="1" y="25989"/>
                      <a:pt x="639" y="26627"/>
                      <a:pt x="1429" y="26627"/>
                    </a:cubicBezTo>
                    <a:lnTo>
                      <a:pt x="23436" y="26627"/>
                    </a:lnTo>
                    <a:cubicBezTo>
                      <a:pt x="24226" y="26627"/>
                      <a:pt x="24864" y="25989"/>
                      <a:pt x="24925" y="25199"/>
                    </a:cubicBezTo>
                    <a:lnTo>
                      <a:pt x="24925" y="1"/>
                    </a:lnTo>
                    <a:close/>
                  </a:path>
                </a:pathLst>
              </a:custGeom>
              <a:gradFill>
                <a:gsLst>
                  <a:gs pos="0">
                    <a:schemeClr val="lt1"/>
                  </a:gs>
                  <a:gs pos="100000">
                    <a:srgbClr val="F9F8FF">
                      <a:alpha val="86666"/>
                    </a:srgbClr>
                  </a:gs>
                </a:gsLst>
                <a:lin ang="5400700" scaled="0"/>
              </a:gradFill>
              <a:ln>
                <a:noFill/>
              </a:ln>
              <a:effectLst>
                <a:outerShdw blurRad="57150" dist="57150"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1"/>
              <p:cNvSpPr/>
              <p:nvPr/>
            </p:nvSpPr>
            <p:spPr>
              <a:xfrm>
                <a:off x="7948975" y="1691400"/>
                <a:ext cx="623125" cy="78300"/>
              </a:xfrm>
              <a:custGeom>
                <a:avLst/>
                <a:gdLst/>
                <a:ahLst/>
                <a:cxnLst/>
                <a:rect l="l" t="t" r="r" b="b"/>
                <a:pathLst>
                  <a:path w="24925" h="3132" extrusionOk="0">
                    <a:moveTo>
                      <a:pt x="1429" y="0"/>
                    </a:moveTo>
                    <a:cubicBezTo>
                      <a:pt x="639" y="0"/>
                      <a:pt x="1" y="639"/>
                      <a:pt x="1" y="1459"/>
                    </a:cubicBezTo>
                    <a:lnTo>
                      <a:pt x="1" y="3131"/>
                    </a:lnTo>
                    <a:lnTo>
                      <a:pt x="24925" y="3131"/>
                    </a:lnTo>
                    <a:lnTo>
                      <a:pt x="24925" y="1459"/>
                    </a:lnTo>
                    <a:cubicBezTo>
                      <a:pt x="24864" y="639"/>
                      <a:pt x="24226" y="0"/>
                      <a:pt x="23436" y="0"/>
                    </a:cubicBezTo>
                    <a:close/>
                  </a:path>
                </a:pathLst>
              </a:custGeom>
              <a:solidFill>
                <a:schemeClr val="dk2"/>
              </a:solidFill>
              <a:ln w="9525" cap="flat" cmpd="sng">
                <a:solidFill>
                  <a:srgbClr val="D2D6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71"/>
              <p:cNvSpPr/>
              <p:nvPr/>
            </p:nvSpPr>
            <p:spPr>
              <a:xfrm>
                <a:off x="7995325" y="1717225"/>
                <a:ext cx="24350" cy="24350"/>
              </a:xfrm>
              <a:custGeom>
                <a:avLst/>
                <a:gdLst/>
                <a:ahLst/>
                <a:cxnLst/>
                <a:rect l="l" t="t" r="r" b="b"/>
                <a:pathLst>
                  <a:path w="974" h="974" extrusionOk="0">
                    <a:moveTo>
                      <a:pt x="487" y="1"/>
                    </a:moveTo>
                    <a:cubicBezTo>
                      <a:pt x="213" y="1"/>
                      <a:pt x="1" y="214"/>
                      <a:pt x="1" y="487"/>
                    </a:cubicBezTo>
                    <a:cubicBezTo>
                      <a:pt x="1" y="761"/>
                      <a:pt x="213" y="974"/>
                      <a:pt x="487" y="974"/>
                    </a:cubicBezTo>
                    <a:cubicBezTo>
                      <a:pt x="761" y="974"/>
                      <a:pt x="973" y="761"/>
                      <a:pt x="973" y="487"/>
                    </a:cubicBezTo>
                    <a:cubicBezTo>
                      <a:pt x="973" y="214"/>
                      <a:pt x="791" y="1"/>
                      <a:pt x="487" y="1"/>
                    </a:cubicBezTo>
                    <a:close/>
                  </a:path>
                </a:pathLst>
              </a:custGeom>
              <a:solidFill>
                <a:srgbClr val="FF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71"/>
              <p:cNvSpPr/>
              <p:nvPr/>
            </p:nvSpPr>
            <p:spPr>
              <a:xfrm>
                <a:off x="8049275" y="1717225"/>
                <a:ext cx="24350" cy="24350"/>
              </a:xfrm>
              <a:custGeom>
                <a:avLst/>
                <a:gdLst/>
                <a:ahLst/>
                <a:cxnLst/>
                <a:rect l="l" t="t" r="r" b="b"/>
                <a:pathLst>
                  <a:path w="974" h="974" extrusionOk="0">
                    <a:moveTo>
                      <a:pt x="487" y="1"/>
                    </a:moveTo>
                    <a:cubicBezTo>
                      <a:pt x="244" y="1"/>
                      <a:pt x="1" y="214"/>
                      <a:pt x="1" y="487"/>
                    </a:cubicBezTo>
                    <a:cubicBezTo>
                      <a:pt x="1" y="761"/>
                      <a:pt x="214" y="974"/>
                      <a:pt x="487" y="974"/>
                    </a:cubicBezTo>
                    <a:cubicBezTo>
                      <a:pt x="761" y="974"/>
                      <a:pt x="973" y="761"/>
                      <a:pt x="973" y="487"/>
                    </a:cubicBezTo>
                    <a:cubicBezTo>
                      <a:pt x="973" y="214"/>
                      <a:pt x="761" y="1"/>
                      <a:pt x="487" y="1"/>
                    </a:cubicBezTo>
                    <a:close/>
                  </a:path>
                </a:pathLst>
              </a:custGeom>
              <a:solidFill>
                <a:srgbClr val="F5D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71"/>
              <p:cNvSpPr/>
              <p:nvPr/>
            </p:nvSpPr>
            <p:spPr>
              <a:xfrm>
                <a:off x="8103225" y="1717225"/>
                <a:ext cx="25100" cy="24350"/>
              </a:xfrm>
              <a:custGeom>
                <a:avLst/>
                <a:gdLst/>
                <a:ahLst/>
                <a:cxnLst/>
                <a:rect l="l" t="t" r="r" b="b"/>
                <a:pathLst>
                  <a:path w="1004" h="974" extrusionOk="0">
                    <a:moveTo>
                      <a:pt x="518" y="1"/>
                    </a:moveTo>
                    <a:cubicBezTo>
                      <a:pt x="244" y="1"/>
                      <a:pt x="1" y="214"/>
                      <a:pt x="1" y="487"/>
                    </a:cubicBezTo>
                    <a:cubicBezTo>
                      <a:pt x="1" y="761"/>
                      <a:pt x="244" y="974"/>
                      <a:pt x="518" y="974"/>
                    </a:cubicBezTo>
                    <a:cubicBezTo>
                      <a:pt x="761" y="974"/>
                      <a:pt x="1004" y="761"/>
                      <a:pt x="1004" y="487"/>
                    </a:cubicBezTo>
                    <a:cubicBezTo>
                      <a:pt x="1004" y="214"/>
                      <a:pt x="761" y="1"/>
                      <a:pt x="518" y="1"/>
                    </a:cubicBezTo>
                    <a:close/>
                  </a:path>
                </a:pathLst>
              </a:custGeom>
              <a:solidFill>
                <a:srgbClr val="6AEB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1"/>
              <p:cNvSpPr/>
              <p:nvPr/>
            </p:nvSpPr>
            <p:spPr>
              <a:xfrm>
                <a:off x="8015075" y="1863125"/>
                <a:ext cx="95025" cy="95025"/>
              </a:xfrm>
              <a:custGeom>
                <a:avLst/>
                <a:gdLst/>
                <a:ahLst/>
                <a:cxnLst/>
                <a:rect l="l" t="t" r="r" b="b"/>
                <a:pathLst>
                  <a:path w="3801" h="3801" extrusionOk="0">
                    <a:moveTo>
                      <a:pt x="1916" y="1"/>
                    </a:moveTo>
                    <a:cubicBezTo>
                      <a:pt x="852" y="1"/>
                      <a:pt x="1" y="852"/>
                      <a:pt x="1" y="1916"/>
                    </a:cubicBezTo>
                    <a:cubicBezTo>
                      <a:pt x="1" y="2980"/>
                      <a:pt x="852" y="3800"/>
                      <a:pt x="1916" y="3800"/>
                    </a:cubicBezTo>
                    <a:cubicBezTo>
                      <a:pt x="2980" y="3800"/>
                      <a:pt x="3800" y="2980"/>
                      <a:pt x="3800" y="1916"/>
                    </a:cubicBezTo>
                    <a:cubicBezTo>
                      <a:pt x="3800" y="852"/>
                      <a:pt x="2980" y="1"/>
                      <a:pt x="19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71"/>
              <p:cNvSpPr/>
              <p:nvPr/>
            </p:nvSpPr>
            <p:spPr>
              <a:xfrm>
                <a:off x="8151100" y="1874525"/>
                <a:ext cx="335900" cy="22825"/>
              </a:xfrm>
              <a:custGeom>
                <a:avLst/>
                <a:gdLst/>
                <a:ahLst/>
                <a:cxnLst/>
                <a:rect l="l" t="t" r="r" b="b"/>
                <a:pathLst>
                  <a:path w="13436" h="913" extrusionOk="0">
                    <a:moveTo>
                      <a:pt x="426" y="1"/>
                    </a:moveTo>
                    <a:cubicBezTo>
                      <a:pt x="183" y="1"/>
                      <a:pt x="1" y="214"/>
                      <a:pt x="1" y="426"/>
                    </a:cubicBezTo>
                    <a:lnTo>
                      <a:pt x="1" y="518"/>
                    </a:lnTo>
                    <a:cubicBezTo>
                      <a:pt x="1" y="730"/>
                      <a:pt x="183" y="913"/>
                      <a:pt x="426" y="913"/>
                    </a:cubicBezTo>
                    <a:lnTo>
                      <a:pt x="13041" y="913"/>
                    </a:lnTo>
                    <a:cubicBezTo>
                      <a:pt x="13253" y="913"/>
                      <a:pt x="13436" y="730"/>
                      <a:pt x="13405" y="518"/>
                    </a:cubicBezTo>
                    <a:lnTo>
                      <a:pt x="13405" y="426"/>
                    </a:lnTo>
                    <a:cubicBezTo>
                      <a:pt x="13405" y="214"/>
                      <a:pt x="13223" y="1"/>
                      <a:pt x="12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71"/>
              <p:cNvSpPr/>
              <p:nvPr/>
            </p:nvSpPr>
            <p:spPr>
              <a:xfrm>
                <a:off x="8151100" y="1930000"/>
                <a:ext cx="186975" cy="22825"/>
              </a:xfrm>
              <a:custGeom>
                <a:avLst/>
                <a:gdLst/>
                <a:ahLst/>
                <a:cxnLst/>
                <a:rect l="l" t="t" r="r" b="b"/>
                <a:pathLst>
                  <a:path w="7479" h="913" extrusionOk="0">
                    <a:moveTo>
                      <a:pt x="426" y="1"/>
                    </a:moveTo>
                    <a:cubicBezTo>
                      <a:pt x="183" y="1"/>
                      <a:pt x="1" y="183"/>
                      <a:pt x="1" y="426"/>
                    </a:cubicBezTo>
                    <a:lnTo>
                      <a:pt x="1" y="487"/>
                    </a:lnTo>
                    <a:cubicBezTo>
                      <a:pt x="1" y="730"/>
                      <a:pt x="183" y="913"/>
                      <a:pt x="426" y="913"/>
                    </a:cubicBezTo>
                    <a:lnTo>
                      <a:pt x="7113" y="913"/>
                    </a:lnTo>
                    <a:cubicBezTo>
                      <a:pt x="7326" y="913"/>
                      <a:pt x="7478" y="730"/>
                      <a:pt x="7478" y="487"/>
                    </a:cubicBezTo>
                    <a:lnTo>
                      <a:pt x="7478" y="426"/>
                    </a:lnTo>
                    <a:cubicBezTo>
                      <a:pt x="7478" y="183"/>
                      <a:pt x="7296" y="1"/>
                      <a:pt x="70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71"/>
              <p:cNvSpPr/>
              <p:nvPr/>
            </p:nvSpPr>
            <p:spPr>
              <a:xfrm>
                <a:off x="8360825" y="1930000"/>
                <a:ext cx="54000" cy="22825"/>
              </a:xfrm>
              <a:custGeom>
                <a:avLst/>
                <a:gdLst/>
                <a:ahLst/>
                <a:cxnLst/>
                <a:rect l="l" t="t" r="r" b="b"/>
                <a:pathLst>
                  <a:path w="2160" h="913" extrusionOk="0">
                    <a:moveTo>
                      <a:pt x="457" y="1"/>
                    </a:moveTo>
                    <a:cubicBezTo>
                      <a:pt x="183" y="1"/>
                      <a:pt x="1" y="213"/>
                      <a:pt x="1" y="457"/>
                    </a:cubicBezTo>
                    <a:cubicBezTo>
                      <a:pt x="1" y="730"/>
                      <a:pt x="244" y="913"/>
                      <a:pt x="457" y="913"/>
                    </a:cubicBezTo>
                    <a:lnTo>
                      <a:pt x="1703" y="913"/>
                    </a:lnTo>
                    <a:cubicBezTo>
                      <a:pt x="1946" y="913"/>
                      <a:pt x="2129" y="730"/>
                      <a:pt x="2159" y="457"/>
                    </a:cubicBezTo>
                    <a:cubicBezTo>
                      <a:pt x="2159" y="183"/>
                      <a:pt x="1946" y="1"/>
                      <a:pt x="17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71"/>
              <p:cNvSpPr/>
              <p:nvPr/>
            </p:nvSpPr>
            <p:spPr>
              <a:xfrm>
                <a:off x="8015075" y="2030300"/>
                <a:ext cx="95025" cy="95025"/>
              </a:xfrm>
              <a:custGeom>
                <a:avLst/>
                <a:gdLst/>
                <a:ahLst/>
                <a:cxnLst/>
                <a:rect l="l" t="t" r="r" b="b"/>
                <a:pathLst>
                  <a:path w="3801" h="3801" extrusionOk="0">
                    <a:moveTo>
                      <a:pt x="1916" y="1"/>
                    </a:moveTo>
                    <a:cubicBezTo>
                      <a:pt x="852" y="1"/>
                      <a:pt x="1" y="852"/>
                      <a:pt x="1" y="1916"/>
                    </a:cubicBezTo>
                    <a:cubicBezTo>
                      <a:pt x="1" y="2980"/>
                      <a:pt x="852" y="3800"/>
                      <a:pt x="1916" y="3800"/>
                    </a:cubicBezTo>
                    <a:cubicBezTo>
                      <a:pt x="2980" y="3800"/>
                      <a:pt x="3800" y="2980"/>
                      <a:pt x="3800" y="1916"/>
                    </a:cubicBezTo>
                    <a:cubicBezTo>
                      <a:pt x="3800" y="852"/>
                      <a:pt x="2980" y="1"/>
                      <a:pt x="19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71"/>
              <p:cNvSpPr/>
              <p:nvPr/>
            </p:nvSpPr>
            <p:spPr>
              <a:xfrm>
                <a:off x="8151100" y="2041700"/>
                <a:ext cx="335900" cy="22825"/>
              </a:xfrm>
              <a:custGeom>
                <a:avLst/>
                <a:gdLst/>
                <a:ahLst/>
                <a:cxnLst/>
                <a:rect l="l" t="t" r="r" b="b"/>
                <a:pathLst>
                  <a:path w="13436" h="913" extrusionOk="0">
                    <a:moveTo>
                      <a:pt x="426" y="1"/>
                    </a:moveTo>
                    <a:cubicBezTo>
                      <a:pt x="183" y="1"/>
                      <a:pt x="1" y="214"/>
                      <a:pt x="1" y="426"/>
                    </a:cubicBezTo>
                    <a:lnTo>
                      <a:pt x="1" y="518"/>
                    </a:lnTo>
                    <a:cubicBezTo>
                      <a:pt x="1" y="730"/>
                      <a:pt x="183" y="913"/>
                      <a:pt x="426" y="913"/>
                    </a:cubicBezTo>
                    <a:lnTo>
                      <a:pt x="13041" y="913"/>
                    </a:lnTo>
                    <a:cubicBezTo>
                      <a:pt x="13253" y="913"/>
                      <a:pt x="13436" y="730"/>
                      <a:pt x="13405" y="518"/>
                    </a:cubicBezTo>
                    <a:lnTo>
                      <a:pt x="13405" y="426"/>
                    </a:lnTo>
                    <a:cubicBezTo>
                      <a:pt x="13405" y="214"/>
                      <a:pt x="13223" y="1"/>
                      <a:pt x="12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71"/>
              <p:cNvSpPr/>
              <p:nvPr/>
            </p:nvSpPr>
            <p:spPr>
              <a:xfrm>
                <a:off x="8151100" y="2097175"/>
                <a:ext cx="186975" cy="22825"/>
              </a:xfrm>
              <a:custGeom>
                <a:avLst/>
                <a:gdLst/>
                <a:ahLst/>
                <a:cxnLst/>
                <a:rect l="l" t="t" r="r" b="b"/>
                <a:pathLst>
                  <a:path w="7479" h="913" extrusionOk="0">
                    <a:moveTo>
                      <a:pt x="426" y="1"/>
                    </a:moveTo>
                    <a:cubicBezTo>
                      <a:pt x="183" y="1"/>
                      <a:pt x="1" y="183"/>
                      <a:pt x="1" y="426"/>
                    </a:cubicBezTo>
                    <a:lnTo>
                      <a:pt x="1" y="487"/>
                    </a:lnTo>
                    <a:cubicBezTo>
                      <a:pt x="1" y="730"/>
                      <a:pt x="183" y="913"/>
                      <a:pt x="426" y="913"/>
                    </a:cubicBezTo>
                    <a:lnTo>
                      <a:pt x="7113" y="913"/>
                    </a:lnTo>
                    <a:cubicBezTo>
                      <a:pt x="7326" y="913"/>
                      <a:pt x="7478" y="730"/>
                      <a:pt x="7478" y="487"/>
                    </a:cubicBezTo>
                    <a:lnTo>
                      <a:pt x="7478" y="426"/>
                    </a:lnTo>
                    <a:cubicBezTo>
                      <a:pt x="7478" y="183"/>
                      <a:pt x="7296" y="1"/>
                      <a:pt x="70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71"/>
              <p:cNvSpPr/>
              <p:nvPr/>
            </p:nvSpPr>
            <p:spPr>
              <a:xfrm>
                <a:off x="8360825" y="2097175"/>
                <a:ext cx="54000" cy="22825"/>
              </a:xfrm>
              <a:custGeom>
                <a:avLst/>
                <a:gdLst/>
                <a:ahLst/>
                <a:cxnLst/>
                <a:rect l="l" t="t" r="r" b="b"/>
                <a:pathLst>
                  <a:path w="2160" h="913" extrusionOk="0">
                    <a:moveTo>
                      <a:pt x="457" y="1"/>
                    </a:moveTo>
                    <a:cubicBezTo>
                      <a:pt x="183" y="1"/>
                      <a:pt x="1" y="213"/>
                      <a:pt x="1" y="457"/>
                    </a:cubicBezTo>
                    <a:cubicBezTo>
                      <a:pt x="1" y="730"/>
                      <a:pt x="244" y="913"/>
                      <a:pt x="457" y="913"/>
                    </a:cubicBezTo>
                    <a:lnTo>
                      <a:pt x="1703" y="913"/>
                    </a:lnTo>
                    <a:cubicBezTo>
                      <a:pt x="1946" y="913"/>
                      <a:pt x="2129" y="730"/>
                      <a:pt x="2159" y="457"/>
                    </a:cubicBezTo>
                    <a:cubicBezTo>
                      <a:pt x="2159" y="183"/>
                      <a:pt x="1946" y="1"/>
                      <a:pt x="17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71"/>
              <p:cNvSpPr/>
              <p:nvPr/>
            </p:nvSpPr>
            <p:spPr>
              <a:xfrm>
                <a:off x="8015075" y="2197475"/>
                <a:ext cx="95025" cy="95025"/>
              </a:xfrm>
              <a:custGeom>
                <a:avLst/>
                <a:gdLst/>
                <a:ahLst/>
                <a:cxnLst/>
                <a:rect l="l" t="t" r="r" b="b"/>
                <a:pathLst>
                  <a:path w="3801" h="3801" extrusionOk="0">
                    <a:moveTo>
                      <a:pt x="1916" y="1"/>
                    </a:moveTo>
                    <a:cubicBezTo>
                      <a:pt x="852" y="1"/>
                      <a:pt x="1" y="852"/>
                      <a:pt x="1" y="1916"/>
                    </a:cubicBezTo>
                    <a:cubicBezTo>
                      <a:pt x="1" y="2980"/>
                      <a:pt x="852" y="3800"/>
                      <a:pt x="1916" y="3800"/>
                    </a:cubicBezTo>
                    <a:cubicBezTo>
                      <a:pt x="2980" y="3800"/>
                      <a:pt x="3800" y="2980"/>
                      <a:pt x="3800" y="1916"/>
                    </a:cubicBezTo>
                    <a:cubicBezTo>
                      <a:pt x="3800" y="852"/>
                      <a:pt x="2980" y="1"/>
                      <a:pt x="19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71"/>
              <p:cNvSpPr/>
              <p:nvPr/>
            </p:nvSpPr>
            <p:spPr>
              <a:xfrm>
                <a:off x="8151100" y="2208875"/>
                <a:ext cx="335900" cy="22825"/>
              </a:xfrm>
              <a:custGeom>
                <a:avLst/>
                <a:gdLst/>
                <a:ahLst/>
                <a:cxnLst/>
                <a:rect l="l" t="t" r="r" b="b"/>
                <a:pathLst>
                  <a:path w="13436" h="913" extrusionOk="0">
                    <a:moveTo>
                      <a:pt x="426" y="1"/>
                    </a:moveTo>
                    <a:cubicBezTo>
                      <a:pt x="183" y="1"/>
                      <a:pt x="1" y="214"/>
                      <a:pt x="1" y="426"/>
                    </a:cubicBezTo>
                    <a:lnTo>
                      <a:pt x="1" y="518"/>
                    </a:lnTo>
                    <a:cubicBezTo>
                      <a:pt x="1" y="730"/>
                      <a:pt x="183" y="913"/>
                      <a:pt x="426" y="913"/>
                    </a:cubicBezTo>
                    <a:lnTo>
                      <a:pt x="13041" y="913"/>
                    </a:lnTo>
                    <a:cubicBezTo>
                      <a:pt x="13253" y="913"/>
                      <a:pt x="13436" y="730"/>
                      <a:pt x="13405" y="518"/>
                    </a:cubicBezTo>
                    <a:lnTo>
                      <a:pt x="13405" y="426"/>
                    </a:lnTo>
                    <a:cubicBezTo>
                      <a:pt x="13405" y="214"/>
                      <a:pt x="13223" y="1"/>
                      <a:pt x="12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71"/>
              <p:cNvSpPr/>
              <p:nvPr/>
            </p:nvSpPr>
            <p:spPr>
              <a:xfrm>
                <a:off x="8151100" y="2264350"/>
                <a:ext cx="186975" cy="22825"/>
              </a:xfrm>
              <a:custGeom>
                <a:avLst/>
                <a:gdLst/>
                <a:ahLst/>
                <a:cxnLst/>
                <a:rect l="l" t="t" r="r" b="b"/>
                <a:pathLst>
                  <a:path w="7479" h="913" extrusionOk="0">
                    <a:moveTo>
                      <a:pt x="426" y="1"/>
                    </a:moveTo>
                    <a:cubicBezTo>
                      <a:pt x="183" y="1"/>
                      <a:pt x="1" y="183"/>
                      <a:pt x="1" y="426"/>
                    </a:cubicBezTo>
                    <a:lnTo>
                      <a:pt x="1" y="487"/>
                    </a:lnTo>
                    <a:cubicBezTo>
                      <a:pt x="1" y="730"/>
                      <a:pt x="183" y="913"/>
                      <a:pt x="426" y="913"/>
                    </a:cubicBezTo>
                    <a:lnTo>
                      <a:pt x="7113" y="913"/>
                    </a:lnTo>
                    <a:cubicBezTo>
                      <a:pt x="7326" y="913"/>
                      <a:pt x="7478" y="730"/>
                      <a:pt x="7478" y="487"/>
                    </a:cubicBezTo>
                    <a:lnTo>
                      <a:pt x="7478" y="426"/>
                    </a:lnTo>
                    <a:cubicBezTo>
                      <a:pt x="7478" y="183"/>
                      <a:pt x="7296" y="1"/>
                      <a:pt x="70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71"/>
              <p:cNvSpPr/>
              <p:nvPr/>
            </p:nvSpPr>
            <p:spPr>
              <a:xfrm>
                <a:off x="8360825" y="2264350"/>
                <a:ext cx="54000" cy="22825"/>
              </a:xfrm>
              <a:custGeom>
                <a:avLst/>
                <a:gdLst/>
                <a:ahLst/>
                <a:cxnLst/>
                <a:rect l="l" t="t" r="r" b="b"/>
                <a:pathLst>
                  <a:path w="2160" h="913" extrusionOk="0">
                    <a:moveTo>
                      <a:pt x="457" y="1"/>
                    </a:moveTo>
                    <a:cubicBezTo>
                      <a:pt x="183" y="1"/>
                      <a:pt x="1" y="214"/>
                      <a:pt x="1" y="457"/>
                    </a:cubicBezTo>
                    <a:cubicBezTo>
                      <a:pt x="1" y="730"/>
                      <a:pt x="244" y="913"/>
                      <a:pt x="457" y="913"/>
                    </a:cubicBezTo>
                    <a:lnTo>
                      <a:pt x="1703" y="913"/>
                    </a:lnTo>
                    <a:cubicBezTo>
                      <a:pt x="1946" y="913"/>
                      <a:pt x="2129" y="730"/>
                      <a:pt x="2159" y="457"/>
                    </a:cubicBezTo>
                    <a:cubicBezTo>
                      <a:pt x="2159" y="183"/>
                      <a:pt x="1946" y="1"/>
                      <a:pt x="17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2" name="Google Shape;1342;p71"/>
            <p:cNvGrpSpPr/>
            <p:nvPr/>
          </p:nvGrpSpPr>
          <p:grpSpPr>
            <a:xfrm>
              <a:off x="1964262" y="3226627"/>
              <a:ext cx="758924" cy="321556"/>
              <a:chOff x="5021875" y="2898100"/>
              <a:chExt cx="622375" cy="263700"/>
            </a:xfrm>
          </p:grpSpPr>
          <p:sp>
            <p:nvSpPr>
              <p:cNvPr id="1343" name="Google Shape;1343;p71"/>
              <p:cNvSpPr/>
              <p:nvPr/>
            </p:nvSpPr>
            <p:spPr>
              <a:xfrm>
                <a:off x="5021875" y="2976375"/>
                <a:ext cx="622375" cy="185425"/>
              </a:xfrm>
              <a:custGeom>
                <a:avLst/>
                <a:gdLst/>
                <a:ahLst/>
                <a:cxnLst/>
                <a:rect l="l" t="t" r="r" b="b"/>
                <a:pathLst>
                  <a:path w="24895" h="7417" extrusionOk="0">
                    <a:moveTo>
                      <a:pt x="0" y="0"/>
                    </a:moveTo>
                    <a:lnTo>
                      <a:pt x="0" y="5988"/>
                    </a:lnTo>
                    <a:cubicBezTo>
                      <a:pt x="0" y="6779"/>
                      <a:pt x="669" y="7417"/>
                      <a:pt x="1459" y="7417"/>
                    </a:cubicBezTo>
                    <a:lnTo>
                      <a:pt x="23466" y="7417"/>
                    </a:lnTo>
                    <a:cubicBezTo>
                      <a:pt x="24256" y="7417"/>
                      <a:pt x="24894" y="6748"/>
                      <a:pt x="24894" y="5988"/>
                    </a:cubicBezTo>
                    <a:lnTo>
                      <a:pt x="24894" y="0"/>
                    </a:lnTo>
                    <a:close/>
                  </a:path>
                </a:pathLst>
              </a:custGeom>
              <a:gradFill>
                <a:gsLst>
                  <a:gs pos="0">
                    <a:schemeClr val="lt1"/>
                  </a:gs>
                  <a:gs pos="100000">
                    <a:srgbClr val="F9F8FF">
                      <a:alpha val="86666"/>
                    </a:srgbClr>
                  </a:gs>
                </a:gsLst>
                <a:lin ang="5400700" scaled="0"/>
              </a:gra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71"/>
              <p:cNvSpPr/>
              <p:nvPr/>
            </p:nvSpPr>
            <p:spPr>
              <a:xfrm>
                <a:off x="5021875" y="2898100"/>
                <a:ext cx="622375" cy="77525"/>
              </a:xfrm>
              <a:custGeom>
                <a:avLst/>
                <a:gdLst/>
                <a:ahLst/>
                <a:cxnLst/>
                <a:rect l="l" t="t" r="r" b="b"/>
                <a:pathLst>
                  <a:path w="24895" h="3101" extrusionOk="0">
                    <a:moveTo>
                      <a:pt x="1459" y="1"/>
                    </a:moveTo>
                    <a:cubicBezTo>
                      <a:pt x="669" y="1"/>
                      <a:pt x="0" y="639"/>
                      <a:pt x="0" y="1429"/>
                    </a:cubicBezTo>
                    <a:lnTo>
                      <a:pt x="0" y="3101"/>
                    </a:lnTo>
                    <a:lnTo>
                      <a:pt x="24894" y="3101"/>
                    </a:lnTo>
                    <a:lnTo>
                      <a:pt x="24894" y="1429"/>
                    </a:lnTo>
                    <a:cubicBezTo>
                      <a:pt x="24894" y="639"/>
                      <a:pt x="24256" y="1"/>
                      <a:pt x="23466" y="1"/>
                    </a:cubicBezTo>
                    <a:close/>
                  </a:path>
                </a:pathLst>
              </a:custGeom>
              <a:solidFill>
                <a:schemeClr val="dk2"/>
              </a:solidFill>
              <a:ln w="9525" cap="flat" cmpd="sng">
                <a:solidFill>
                  <a:srgbClr val="D2D6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71"/>
              <p:cNvSpPr/>
              <p:nvPr/>
            </p:nvSpPr>
            <p:spPr>
              <a:xfrm>
                <a:off x="5069750" y="2922425"/>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60"/>
                      <a:pt x="973" y="487"/>
                    </a:cubicBezTo>
                    <a:cubicBezTo>
                      <a:pt x="973" y="243"/>
                      <a:pt x="760" y="0"/>
                      <a:pt x="487" y="0"/>
                    </a:cubicBezTo>
                    <a:close/>
                  </a:path>
                </a:pathLst>
              </a:custGeom>
              <a:solidFill>
                <a:srgbClr val="FFC3D0"/>
              </a:solidFill>
              <a:ln>
                <a:noFill/>
              </a:ln>
              <a:effectLst>
                <a:outerShdw blurRad="57150" dist="28575"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71"/>
              <p:cNvSpPr/>
              <p:nvPr/>
            </p:nvSpPr>
            <p:spPr>
              <a:xfrm>
                <a:off x="5122925" y="2922425"/>
                <a:ext cx="24350" cy="25100"/>
              </a:xfrm>
              <a:custGeom>
                <a:avLst/>
                <a:gdLst/>
                <a:ahLst/>
                <a:cxnLst/>
                <a:rect l="l" t="t" r="r" b="b"/>
                <a:pathLst>
                  <a:path w="974" h="1004" extrusionOk="0">
                    <a:moveTo>
                      <a:pt x="487" y="0"/>
                    </a:moveTo>
                    <a:cubicBezTo>
                      <a:pt x="214" y="0"/>
                      <a:pt x="1" y="243"/>
                      <a:pt x="1" y="487"/>
                    </a:cubicBezTo>
                    <a:cubicBezTo>
                      <a:pt x="1" y="760"/>
                      <a:pt x="214" y="1003"/>
                      <a:pt x="487" y="1003"/>
                    </a:cubicBezTo>
                    <a:cubicBezTo>
                      <a:pt x="761" y="1003"/>
                      <a:pt x="974" y="760"/>
                      <a:pt x="974" y="487"/>
                    </a:cubicBezTo>
                    <a:cubicBezTo>
                      <a:pt x="974" y="243"/>
                      <a:pt x="791" y="0"/>
                      <a:pt x="487" y="0"/>
                    </a:cubicBezTo>
                    <a:close/>
                  </a:path>
                </a:pathLst>
              </a:custGeom>
              <a:solidFill>
                <a:srgbClr val="F5D79B"/>
              </a:solidFill>
              <a:ln>
                <a:noFill/>
              </a:ln>
              <a:effectLst>
                <a:outerShdw blurRad="57150" dist="28575"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71"/>
              <p:cNvSpPr/>
              <p:nvPr/>
            </p:nvSpPr>
            <p:spPr>
              <a:xfrm>
                <a:off x="5176875" y="2922425"/>
                <a:ext cx="24350" cy="25100"/>
              </a:xfrm>
              <a:custGeom>
                <a:avLst/>
                <a:gdLst/>
                <a:ahLst/>
                <a:cxnLst/>
                <a:rect l="l" t="t" r="r" b="b"/>
                <a:pathLst>
                  <a:path w="974" h="1004" extrusionOk="0">
                    <a:moveTo>
                      <a:pt x="487" y="0"/>
                    </a:moveTo>
                    <a:cubicBezTo>
                      <a:pt x="214" y="0"/>
                      <a:pt x="1" y="243"/>
                      <a:pt x="1" y="487"/>
                    </a:cubicBezTo>
                    <a:cubicBezTo>
                      <a:pt x="1" y="760"/>
                      <a:pt x="214" y="1003"/>
                      <a:pt x="487" y="1003"/>
                    </a:cubicBezTo>
                    <a:cubicBezTo>
                      <a:pt x="761" y="1003"/>
                      <a:pt x="974" y="760"/>
                      <a:pt x="974" y="487"/>
                    </a:cubicBezTo>
                    <a:cubicBezTo>
                      <a:pt x="974" y="243"/>
                      <a:pt x="761" y="0"/>
                      <a:pt x="487" y="0"/>
                    </a:cubicBezTo>
                    <a:close/>
                  </a:path>
                </a:pathLst>
              </a:custGeom>
              <a:solidFill>
                <a:srgbClr val="6AEBE7"/>
              </a:solidFill>
              <a:ln>
                <a:noFill/>
              </a:ln>
              <a:effectLst>
                <a:outerShdw blurRad="57150" dist="28575"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71"/>
              <p:cNvSpPr/>
              <p:nvPr/>
            </p:nvSpPr>
            <p:spPr>
              <a:xfrm>
                <a:off x="5088750" y="3020450"/>
                <a:ext cx="95000" cy="95000"/>
              </a:xfrm>
              <a:custGeom>
                <a:avLst/>
                <a:gdLst/>
                <a:ahLst/>
                <a:cxnLst/>
                <a:rect l="l" t="t" r="r" b="b"/>
                <a:pathLst>
                  <a:path w="3800" h="3800" extrusionOk="0">
                    <a:moveTo>
                      <a:pt x="1885" y="0"/>
                    </a:moveTo>
                    <a:cubicBezTo>
                      <a:pt x="821" y="0"/>
                      <a:pt x="0" y="821"/>
                      <a:pt x="0" y="1885"/>
                    </a:cubicBezTo>
                    <a:cubicBezTo>
                      <a:pt x="0" y="2949"/>
                      <a:pt x="821" y="3800"/>
                      <a:pt x="1885" y="3800"/>
                    </a:cubicBezTo>
                    <a:cubicBezTo>
                      <a:pt x="2948" y="3800"/>
                      <a:pt x="3800" y="2949"/>
                      <a:pt x="3800" y="1885"/>
                    </a:cubicBezTo>
                    <a:cubicBezTo>
                      <a:pt x="3800" y="821"/>
                      <a:pt x="2918" y="0"/>
                      <a:pt x="1885" y="0"/>
                    </a:cubicBezTo>
                    <a:close/>
                  </a:path>
                </a:pathLst>
              </a:custGeom>
              <a:solidFill>
                <a:schemeClr val="accent1"/>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1"/>
              <p:cNvSpPr/>
              <p:nvPr/>
            </p:nvSpPr>
            <p:spPr>
              <a:xfrm>
                <a:off x="5225525" y="3031850"/>
                <a:ext cx="335125" cy="22825"/>
              </a:xfrm>
              <a:custGeom>
                <a:avLst/>
                <a:gdLst/>
                <a:ahLst/>
                <a:cxnLst/>
                <a:rect l="l" t="t" r="r" b="b"/>
                <a:pathLst>
                  <a:path w="13405" h="913" extrusionOk="0">
                    <a:moveTo>
                      <a:pt x="426" y="0"/>
                    </a:moveTo>
                    <a:cubicBezTo>
                      <a:pt x="183" y="0"/>
                      <a:pt x="0" y="183"/>
                      <a:pt x="0" y="426"/>
                    </a:cubicBezTo>
                    <a:lnTo>
                      <a:pt x="0" y="487"/>
                    </a:lnTo>
                    <a:cubicBezTo>
                      <a:pt x="0" y="730"/>
                      <a:pt x="183" y="912"/>
                      <a:pt x="426" y="912"/>
                    </a:cubicBezTo>
                    <a:lnTo>
                      <a:pt x="12979" y="912"/>
                    </a:lnTo>
                    <a:cubicBezTo>
                      <a:pt x="13222" y="912"/>
                      <a:pt x="13405" y="730"/>
                      <a:pt x="13405" y="487"/>
                    </a:cubicBezTo>
                    <a:lnTo>
                      <a:pt x="13405" y="426"/>
                    </a:lnTo>
                    <a:cubicBezTo>
                      <a:pt x="13405" y="183"/>
                      <a:pt x="13222" y="0"/>
                      <a:pt x="12979" y="0"/>
                    </a:cubicBezTo>
                    <a:close/>
                  </a:path>
                </a:pathLst>
              </a:custGeom>
              <a:solidFill>
                <a:schemeClr val="dk2"/>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71"/>
              <p:cNvSpPr/>
              <p:nvPr/>
            </p:nvSpPr>
            <p:spPr>
              <a:xfrm>
                <a:off x="5225525" y="3086550"/>
                <a:ext cx="186950" cy="22825"/>
              </a:xfrm>
              <a:custGeom>
                <a:avLst/>
                <a:gdLst/>
                <a:ahLst/>
                <a:cxnLst/>
                <a:rect l="l" t="t" r="r" b="b"/>
                <a:pathLst>
                  <a:path w="7478" h="913" extrusionOk="0">
                    <a:moveTo>
                      <a:pt x="426" y="1"/>
                    </a:moveTo>
                    <a:cubicBezTo>
                      <a:pt x="183" y="1"/>
                      <a:pt x="0" y="183"/>
                      <a:pt x="0" y="426"/>
                    </a:cubicBezTo>
                    <a:lnTo>
                      <a:pt x="0" y="517"/>
                    </a:lnTo>
                    <a:cubicBezTo>
                      <a:pt x="0" y="730"/>
                      <a:pt x="183" y="913"/>
                      <a:pt x="426" y="913"/>
                    </a:cubicBezTo>
                    <a:lnTo>
                      <a:pt x="7052" y="913"/>
                    </a:lnTo>
                    <a:cubicBezTo>
                      <a:pt x="7295" y="913"/>
                      <a:pt x="7478" y="730"/>
                      <a:pt x="7478" y="517"/>
                    </a:cubicBezTo>
                    <a:lnTo>
                      <a:pt x="7478" y="426"/>
                    </a:lnTo>
                    <a:cubicBezTo>
                      <a:pt x="7478" y="183"/>
                      <a:pt x="7295" y="1"/>
                      <a:pt x="7052" y="1"/>
                    </a:cubicBezTo>
                    <a:close/>
                  </a:path>
                </a:pathLst>
              </a:custGeom>
              <a:solidFill>
                <a:schemeClr val="dk2"/>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71"/>
              <p:cNvSpPr/>
              <p:nvPr/>
            </p:nvSpPr>
            <p:spPr>
              <a:xfrm>
                <a:off x="5434500" y="3086550"/>
                <a:ext cx="53975" cy="22825"/>
              </a:xfrm>
              <a:custGeom>
                <a:avLst/>
                <a:gdLst/>
                <a:ahLst/>
                <a:cxnLst/>
                <a:rect l="l" t="t" r="r" b="b"/>
                <a:pathLst>
                  <a:path w="2159" h="913" extrusionOk="0">
                    <a:moveTo>
                      <a:pt x="456" y="1"/>
                    </a:moveTo>
                    <a:cubicBezTo>
                      <a:pt x="183" y="1"/>
                      <a:pt x="0" y="244"/>
                      <a:pt x="0" y="457"/>
                    </a:cubicBezTo>
                    <a:cubicBezTo>
                      <a:pt x="0" y="730"/>
                      <a:pt x="213" y="913"/>
                      <a:pt x="456" y="913"/>
                    </a:cubicBezTo>
                    <a:lnTo>
                      <a:pt x="1702" y="913"/>
                    </a:lnTo>
                    <a:cubicBezTo>
                      <a:pt x="1945" y="913"/>
                      <a:pt x="2128" y="730"/>
                      <a:pt x="2158" y="457"/>
                    </a:cubicBezTo>
                    <a:cubicBezTo>
                      <a:pt x="2158" y="214"/>
                      <a:pt x="1945" y="1"/>
                      <a:pt x="1702" y="1"/>
                    </a:cubicBezTo>
                    <a:close/>
                  </a:path>
                </a:pathLst>
              </a:custGeom>
              <a:solidFill>
                <a:schemeClr val="dk2"/>
              </a:solidFill>
              <a:ln>
                <a:noFill/>
              </a:ln>
              <a:effectLst>
                <a:outerShdw blurRad="85725" dist="19050" dir="5400000"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2" name="Google Shape;1352;p71"/>
          <p:cNvSpPr/>
          <p:nvPr/>
        </p:nvSpPr>
        <p:spPr>
          <a:xfrm>
            <a:off x="1104750" y="3455500"/>
            <a:ext cx="356425" cy="355650"/>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71"/>
          <p:cNvSpPr/>
          <p:nvPr/>
        </p:nvSpPr>
        <p:spPr>
          <a:xfrm>
            <a:off x="2029150" y="3811138"/>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1360;p72">
            <a:extLst>
              <a:ext uri="{FF2B5EF4-FFF2-40B4-BE49-F238E27FC236}">
                <a16:creationId xmlns:a16="http://schemas.microsoft.com/office/drawing/2014/main" id="{A1C71C4D-B063-E412-3A6F-3E20656CBB66}"/>
              </a:ext>
            </a:extLst>
          </p:cNvPr>
          <p:cNvGrpSpPr/>
          <p:nvPr/>
        </p:nvGrpSpPr>
        <p:grpSpPr>
          <a:xfrm>
            <a:off x="4365268" y="727170"/>
            <a:ext cx="4271952" cy="3863662"/>
            <a:chOff x="4572000" y="1047533"/>
            <a:chExt cx="3739500" cy="3039000"/>
          </a:xfrm>
        </p:grpSpPr>
        <p:sp>
          <p:nvSpPr>
            <p:cNvPr id="24" name="Google Shape;1361;p72">
              <a:extLst>
                <a:ext uri="{FF2B5EF4-FFF2-40B4-BE49-F238E27FC236}">
                  <a16:creationId xmlns:a16="http://schemas.microsoft.com/office/drawing/2014/main" id="{8645D8FC-1DF9-1A38-9123-ECBA4AC03A87}"/>
                </a:ext>
              </a:extLst>
            </p:cNvPr>
            <p:cNvSpPr/>
            <p:nvPr/>
          </p:nvSpPr>
          <p:spPr>
            <a:xfrm>
              <a:off x="4572000" y="1047533"/>
              <a:ext cx="3739500" cy="3039000"/>
            </a:xfrm>
            <a:prstGeom prst="roundRect">
              <a:avLst>
                <a:gd name="adj" fmla="val 5555"/>
              </a:avLst>
            </a:prstGeom>
            <a:gradFill>
              <a:gsLst>
                <a:gs pos="0">
                  <a:schemeClr val="lt1"/>
                </a:gs>
                <a:gs pos="100000">
                  <a:srgbClr val="F9F8FF">
                    <a:alpha val="86666"/>
                  </a:srgbClr>
                </a:gs>
              </a:gsLst>
              <a:lin ang="5400700" scaled="0"/>
            </a:gradFill>
            <a:ln>
              <a:noFill/>
            </a:ln>
            <a:effectLst>
              <a:outerShdw blurRad="57150" dist="47625" dir="546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1362;p72">
              <a:extLst>
                <a:ext uri="{FF2B5EF4-FFF2-40B4-BE49-F238E27FC236}">
                  <a16:creationId xmlns:a16="http://schemas.microsoft.com/office/drawing/2014/main" id="{EA1D178D-2DCF-0323-9100-92C1FF0D4F6B}"/>
                </a:ext>
              </a:extLst>
            </p:cNvPr>
            <p:cNvGrpSpPr/>
            <p:nvPr/>
          </p:nvGrpSpPr>
          <p:grpSpPr>
            <a:xfrm>
              <a:off x="4789501" y="1149778"/>
              <a:ext cx="3304478" cy="193148"/>
              <a:chOff x="-1778447" y="2950291"/>
              <a:chExt cx="4491000" cy="262500"/>
            </a:xfrm>
          </p:grpSpPr>
          <p:sp>
            <p:nvSpPr>
              <p:cNvPr id="26" name="Google Shape;1363;p72">
                <a:extLst>
                  <a:ext uri="{FF2B5EF4-FFF2-40B4-BE49-F238E27FC236}">
                    <a16:creationId xmlns:a16="http://schemas.microsoft.com/office/drawing/2014/main" id="{A890E769-EDE0-77CC-A3C6-0B97833F1D28}"/>
                  </a:ext>
                </a:extLst>
              </p:cNvPr>
              <p:cNvSpPr/>
              <p:nvPr/>
            </p:nvSpPr>
            <p:spPr>
              <a:xfrm>
                <a:off x="-1778447" y="2950291"/>
                <a:ext cx="4491000" cy="262500"/>
              </a:xfrm>
              <a:prstGeom prst="roundRect">
                <a:avLst>
                  <a:gd name="adj" fmla="val 50000"/>
                </a:avLst>
              </a:prstGeom>
              <a:solidFill>
                <a:schemeClr val="dk2"/>
              </a:solidFill>
              <a:ln w="9525" cap="flat" cmpd="sng">
                <a:solidFill>
                  <a:srgbClr val="D2D6FF"/>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1364;p72">
                <a:extLst>
                  <a:ext uri="{FF2B5EF4-FFF2-40B4-BE49-F238E27FC236}">
                    <a16:creationId xmlns:a16="http://schemas.microsoft.com/office/drawing/2014/main" id="{5ECA1D63-7D2B-CBCC-4878-457B7B582BB1}"/>
                  </a:ext>
                </a:extLst>
              </p:cNvPr>
              <p:cNvGrpSpPr/>
              <p:nvPr/>
            </p:nvGrpSpPr>
            <p:grpSpPr>
              <a:xfrm rot="10800000" flipH="1">
                <a:off x="-1574342" y="3040565"/>
                <a:ext cx="429322" cy="93999"/>
                <a:chOff x="3710891" y="-1826032"/>
                <a:chExt cx="431653" cy="94500"/>
              </a:xfrm>
            </p:grpSpPr>
            <p:sp>
              <p:nvSpPr>
                <p:cNvPr id="28" name="Google Shape;1365;p72">
                  <a:extLst>
                    <a:ext uri="{FF2B5EF4-FFF2-40B4-BE49-F238E27FC236}">
                      <a16:creationId xmlns:a16="http://schemas.microsoft.com/office/drawing/2014/main" id="{29E77E7A-DF69-8DCF-5B4C-B8C81AF69388}"/>
                    </a:ext>
                  </a:extLst>
                </p:cNvPr>
                <p:cNvSpPr/>
                <p:nvPr/>
              </p:nvSpPr>
              <p:spPr>
                <a:xfrm>
                  <a:off x="3710891" y="-1826032"/>
                  <a:ext cx="94500" cy="94500"/>
                </a:xfrm>
                <a:prstGeom prst="ellipse">
                  <a:avLst/>
                </a:prstGeom>
                <a:solidFill>
                  <a:schemeClr val="accent2"/>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66;p72">
                  <a:extLst>
                    <a:ext uri="{FF2B5EF4-FFF2-40B4-BE49-F238E27FC236}">
                      <a16:creationId xmlns:a16="http://schemas.microsoft.com/office/drawing/2014/main" id="{4019F80A-BA8B-36E2-281F-0D87768F15D3}"/>
                    </a:ext>
                  </a:extLst>
                </p:cNvPr>
                <p:cNvSpPr/>
                <p:nvPr/>
              </p:nvSpPr>
              <p:spPr>
                <a:xfrm>
                  <a:off x="3879468" y="-1826032"/>
                  <a:ext cx="94500" cy="94500"/>
                </a:xfrm>
                <a:prstGeom prst="ellipse">
                  <a:avLst/>
                </a:prstGeom>
                <a:solidFill>
                  <a:schemeClr val="accent4"/>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67;p72">
                  <a:extLst>
                    <a:ext uri="{FF2B5EF4-FFF2-40B4-BE49-F238E27FC236}">
                      <a16:creationId xmlns:a16="http://schemas.microsoft.com/office/drawing/2014/main" id="{A847967B-A91E-D360-F14E-1DD2C4C4C650}"/>
                    </a:ext>
                  </a:extLst>
                </p:cNvPr>
                <p:cNvSpPr/>
                <p:nvPr/>
              </p:nvSpPr>
              <p:spPr>
                <a:xfrm>
                  <a:off x="4048045" y="-1826032"/>
                  <a:ext cx="94500" cy="94500"/>
                </a:xfrm>
                <a:prstGeom prst="ellipse">
                  <a:avLst/>
                </a:prstGeom>
                <a:solidFill>
                  <a:schemeClr val="lt1"/>
                </a:solidFill>
                <a:ln>
                  <a:noFill/>
                </a:ln>
                <a:effectLst>
                  <a:outerShdw blurRad="57150" dist="19050" dir="5400000" algn="bl" rotWithShape="0">
                    <a:srgbClr val="5352EE">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7" name="Google Shape;1322;p71">
            <a:extLst>
              <a:ext uri="{FF2B5EF4-FFF2-40B4-BE49-F238E27FC236}">
                <a16:creationId xmlns:a16="http://schemas.microsoft.com/office/drawing/2014/main" id="{C8662AD4-3E43-1A06-83FC-8C9B3692B9EA}"/>
              </a:ext>
            </a:extLst>
          </p:cNvPr>
          <p:cNvSpPr txBox="1">
            <a:spLocks/>
          </p:cNvSpPr>
          <p:nvPr/>
        </p:nvSpPr>
        <p:spPr>
          <a:xfrm>
            <a:off x="700360" y="1090031"/>
            <a:ext cx="3651022" cy="1059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2pPr>
            <a:lvl3pPr marR="0" lvl="2"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3pPr>
            <a:lvl4pPr marR="0" lvl="3"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4pPr>
            <a:lvl5pPr marR="0" lvl="4"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5pPr>
            <a:lvl6pPr marR="0" lvl="5"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6pPr>
            <a:lvl7pPr marR="0" lvl="6"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7pPr>
            <a:lvl8pPr marR="0" lvl="7"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8pPr>
            <a:lvl9pPr marR="0" lvl="8" algn="l" rtl="0">
              <a:lnSpc>
                <a:spcPct val="100000"/>
              </a:lnSpc>
              <a:spcBef>
                <a:spcPts val="0"/>
              </a:spcBef>
              <a:spcAft>
                <a:spcPts val="0"/>
              </a:spcAft>
              <a:buClr>
                <a:schemeClr val="dk1"/>
              </a:buClr>
              <a:buSzPts val="3600"/>
              <a:buFont typeface="Denk One"/>
              <a:buNone/>
              <a:defRPr sz="3600" b="0" i="0" u="none" strike="noStrike" cap="none">
                <a:solidFill>
                  <a:schemeClr val="dk1"/>
                </a:solidFill>
                <a:latin typeface="Denk One"/>
                <a:ea typeface="Denk One"/>
                <a:cs typeface="Denk One"/>
                <a:sym typeface="Denk One"/>
              </a:defRPr>
            </a:lvl9pPr>
          </a:lstStyle>
          <a:p>
            <a:pPr algn="ctr"/>
            <a:r>
              <a:rPr lang="en-US" sz="2800" dirty="0"/>
              <a:t>What is</a:t>
            </a:r>
          </a:p>
          <a:p>
            <a:pPr algn="ctr"/>
            <a:r>
              <a:rPr lang="en-US" sz="2600" dirty="0"/>
              <a:t>POLYMORPHISM ?</a:t>
            </a:r>
          </a:p>
        </p:txBody>
      </p:sp>
      <p:sp>
        <p:nvSpPr>
          <p:cNvPr id="6" name="TextBox 5">
            <a:extLst>
              <a:ext uri="{FF2B5EF4-FFF2-40B4-BE49-F238E27FC236}">
                <a16:creationId xmlns:a16="http://schemas.microsoft.com/office/drawing/2014/main" id="{86B512F5-31A0-1461-F30E-2E7EF91B3DF9}"/>
              </a:ext>
            </a:extLst>
          </p:cNvPr>
          <p:cNvSpPr txBox="1"/>
          <p:nvPr/>
        </p:nvSpPr>
        <p:spPr>
          <a:xfrm>
            <a:off x="4421123" y="1301858"/>
            <a:ext cx="4126191" cy="3077766"/>
          </a:xfrm>
          <a:prstGeom prst="rect">
            <a:avLst/>
          </a:prstGeom>
          <a:noFill/>
        </p:spPr>
        <p:txBody>
          <a:bodyPr wrap="square" rtlCol="0">
            <a:spAutoFit/>
          </a:bodyPr>
          <a:lstStyle/>
          <a:p>
            <a:pPr algn="just"/>
            <a:r>
              <a:rPr lang="en-US" sz="2000" b="1" dirty="0">
                <a:solidFill>
                  <a:schemeClr val="dk1"/>
                </a:solidFill>
                <a:latin typeface="Quicksand"/>
              </a:rPr>
              <a:t>Polymorphism allows us to perform a single action in different ways. In other words, polymorphism allows you to define one interface and have multiple implementations.</a:t>
            </a:r>
          </a:p>
          <a:p>
            <a:pPr algn="just"/>
            <a:endParaRPr lang="en-US" b="1" dirty="0">
              <a:solidFill>
                <a:schemeClr val="dk1"/>
              </a:solidFill>
              <a:latin typeface="Quicksand"/>
            </a:endParaRPr>
          </a:p>
          <a:p>
            <a:pPr algn="just"/>
            <a:r>
              <a:rPr lang="en-US" sz="2000" b="1" dirty="0">
                <a:solidFill>
                  <a:schemeClr val="dk1"/>
                </a:solidFill>
                <a:latin typeface="Quicksand"/>
              </a:rPr>
              <a:t>The word polymorphism is derived from Greek and means "having multiple forms."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1352"/>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1353"/>
                                        </p:tgtEl>
                                        <p:attrNameLst>
                                          <p:attrName>r</p:attrName>
                                        </p:attrNameLst>
                                      </p:cBhvr>
                                    </p:animRot>
                                  </p:childTnLst>
                                </p:cTn>
                              </p:par>
                            </p:childTnLst>
                          </p:cTn>
                        </p:par>
                        <p:par>
                          <p:cTn id="9" fill="hold">
                            <p:stCondLst>
                              <p:cond delay="800"/>
                            </p:stCondLst>
                            <p:childTnLst>
                              <p:par>
                                <p:cTn id="10" presetID="53" presetClass="entr" presetSubtype="16" fill="hold" grpId="0" nodeType="after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ppt_w</p:attrName>
                                        </p:attrNameLst>
                                      </p:cBhvr>
                                      <p:tavLst>
                                        <p:tav tm="0">
                                          <p:val>
                                            <p:fltVal val="0"/>
                                          </p:val>
                                        </p:tav>
                                        <p:tav tm="100000">
                                          <p:val>
                                            <p:strVal val="#ppt_w"/>
                                          </p:val>
                                        </p:tav>
                                      </p:tavLst>
                                    </p:anim>
                                    <p:anim calcmode="lin" valueType="num">
                                      <p:cBhvr>
                                        <p:cTn id="13" dur="500" fill="hold"/>
                                        <p:tgtEl>
                                          <p:spTgt spid="37"/>
                                        </p:tgtEl>
                                        <p:attrNameLst>
                                          <p:attrName>ppt_h</p:attrName>
                                        </p:attrNameLst>
                                      </p:cBhvr>
                                      <p:tavLst>
                                        <p:tav tm="0">
                                          <p:val>
                                            <p:fltVal val="0"/>
                                          </p:val>
                                        </p:tav>
                                        <p:tav tm="100000">
                                          <p:val>
                                            <p:strVal val="#ppt_h"/>
                                          </p:val>
                                        </p:tav>
                                      </p:tavLst>
                                    </p:anim>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2" name="Google Shape;1392;p73"/>
          <p:cNvSpPr txBox="1">
            <a:spLocks noGrp="1"/>
          </p:cNvSpPr>
          <p:nvPr>
            <p:ph type="title"/>
          </p:nvPr>
        </p:nvSpPr>
        <p:spPr>
          <a:xfrm>
            <a:off x="777803" y="683861"/>
            <a:ext cx="5010818" cy="1155865"/>
          </a:xfrm>
          <a:prstGeom prst="rect">
            <a:avLst/>
          </a:prstGeom>
        </p:spPr>
        <p:txBody>
          <a:bodyPr spcFirstLastPara="1" wrap="square" lIns="91425" tIns="91425" rIns="91425" bIns="91425" anchor="ctr" anchorCtr="0">
            <a:noAutofit/>
          </a:bodyPr>
          <a:lstStyle/>
          <a:p>
            <a:r>
              <a:rPr lang="en-IN" dirty="0"/>
              <a:t>Types of Polymorphism</a:t>
            </a:r>
            <a:endParaRPr dirty="0"/>
          </a:p>
        </p:txBody>
      </p:sp>
      <p:sp>
        <p:nvSpPr>
          <p:cNvPr id="1393" name="Google Shape;1393;p73"/>
          <p:cNvSpPr txBox="1">
            <a:spLocks noGrp="1"/>
          </p:cNvSpPr>
          <p:nvPr>
            <p:ph type="body" idx="1"/>
          </p:nvPr>
        </p:nvSpPr>
        <p:spPr>
          <a:xfrm>
            <a:off x="720671" y="1522434"/>
            <a:ext cx="4486760" cy="1546233"/>
          </a:xfrm>
          <a:prstGeom prst="rect">
            <a:avLst/>
          </a:prstGeom>
        </p:spPr>
        <p:txBody>
          <a:bodyPr spcFirstLastPara="1" wrap="square" lIns="91425" tIns="91425" rIns="91425" bIns="91425" anchor="ctr" anchorCtr="0">
            <a:noAutofit/>
          </a:bodyPr>
          <a:lstStyle/>
          <a:p>
            <a:r>
              <a:rPr lang="en-IN" sz="2000" b="1" dirty="0"/>
              <a:t>Compile Time </a:t>
            </a:r>
            <a:r>
              <a:rPr lang="en-US" sz="2000" b="1" dirty="0"/>
              <a:t>Polymorphism</a:t>
            </a:r>
          </a:p>
          <a:p>
            <a:pPr marL="139700" indent="0">
              <a:buNone/>
            </a:pPr>
            <a:endParaRPr lang="en-IN" sz="2000" b="1" dirty="0"/>
          </a:p>
          <a:p>
            <a:r>
              <a:rPr lang="en-IN" sz="2000" b="1" dirty="0"/>
              <a:t>Run Time </a:t>
            </a:r>
            <a:r>
              <a:rPr lang="en-US" sz="2000" b="1" dirty="0"/>
              <a:t>Polymorphism</a:t>
            </a:r>
            <a:endParaRPr lang="en-IN" sz="2000" b="1" dirty="0"/>
          </a:p>
        </p:txBody>
      </p:sp>
      <p:sp>
        <p:nvSpPr>
          <p:cNvPr id="1441" name="Google Shape;1441;p73"/>
          <p:cNvSpPr/>
          <p:nvPr/>
        </p:nvSpPr>
        <p:spPr>
          <a:xfrm>
            <a:off x="777803" y="3551590"/>
            <a:ext cx="356425" cy="355650"/>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73"/>
          <p:cNvSpPr/>
          <p:nvPr/>
        </p:nvSpPr>
        <p:spPr>
          <a:xfrm>
            <a:off x="8063250" y="4052650"/>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1"/>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B6841140-372F-8493-8BC1-CD8593B77D1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32896" y="1460125"/>
            <a:ext cx="2890434" cy="28904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1442"/>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1441"/>
                                        </p:tgtEl>
                                        <p:attrNameLst>
                                          <p:attrName>r</p:attrName>
                                        </p:attrNameLst>
                                      </p:cBhvr>
                                    </p:animRot>
                                  </p:childTnLst>
                                </p:cTn>
                              </p:par>
                            </p:childTnLst>
                          </p:cTn>
                        </p:par>
                        <p:par>
                          <p:cTn id="9" fill="hold">
                            <p:stCondLst>
                              <p:cond delay="800"/>
                            </p:stCondLst>
                            <p:childTnLst>
                              <p:par>
                                <p:cTn id="10" presetID="53" presetClass="entr" presetSubtype="16" fill="hold" grpId="0" nodeType="afterEffect">
                                  <p:stCondLst>
                                    <p:cond delay="0"/>
                                  </p:stCondLst>
                                  <p:childTnLst>
                                    <p:set>
                                      <p:cBhvr>
                                        <p:cTn id="11" dur="1" fill="hold">
                                          <p:stCondLst>
                                            <p:cond delay="0"/>
                                          </p:stCondLst>
                                        </p:cTn>
                                        <p:tgtEl>
                                          <p:spTgt spid="1392"/>
                                        </p:tgtEl>
                                        <p:attrNameLst>
                                          <p:attrName>style.visibility</p:attrName>
                                        </p:attrNameLst>
                                      </p:cBhvr>
                                      <p:to>
                                        <p:strVal val="visible"/>
                                      </p:to>
                                    </p:set>
                                    <p:anim calcmode="lin" valueType="num">
                                      <p:cBhvr>
                                        <p:cTn id="12" dur="500" fill="hold"/>
                                        <p:tgtEl>
                                          <p:spTgt spid="1392"/>
                                        </p:tgtEl>
                                        <p:attrNameLst>
                                          <p:attrName>ppt_w</p:attrName>
                                        </p:attrNameLst>
                                      </p:cBhvr>
                                      <p:tavLst>
                                        <p:tav tm="0">
                                          <p:val>
                                            <p:fltVal val="0"/>
                                          </p:val>
                                        </p:tav>
                                        <p:tav tm="100000">
                                          <p:val>
                                            <p:strVal val="#ppt_w"/>
                                          </p:val>
                                        </p:tav>
                                      </p:tavLst>
                                    </p:anim>
                                    <p:anim calcmode="lin" valueType="num">
                                      <p:cBhvr>
                                        <p:cTn id="13" dur="500" fill="hold"/>
                                        <p:tgtEl>
                                          <p:spTgt spid="1392"/>
                                        </p:tgtEl>
                                        <p:attrNameLst>
                                          <p:attrName>ppt_h</p:attrName>
                                        </p:attrNameLst>
                                      </p:cBhvr>
                                      <p:tavLst>
                                        <p:tav tm="0">
                                          <p:val>
                                            <p:fltVal val="0"/>
                                          </p:val>
                                        </p:tav>
                                        <p:tav tm="100000">
                                          <p:val>
                                            <p:strVal val="#ppt_h"/>
                                          </p:val>
                                        </p:tav>
                                      </p:tavLst>
                                    </p:anim>
                                    <p:animEffect transition="in" filter="fade">
                                      <p:cBhvr>
                                        <p:cTn id="14" dur="500"/>
                                        <p:tgtEl>
                                          <p:spTgt spid="139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93">
                                            <p:txEl>
                                              <p:pRg st="0" end="0"/>
                                            </p:txEl>
                                          </p:spTgt>
                                        </p:tgtEl>
                                        <p:attrNameLst>
                                          <p:attrName>style.visibility</p:attrName>
                                        </p:attrNameLst>
                                      </p:cBhvr>
                                      <p:to>
                                        <p:strVal val="visible"/>
                                      </p:to>
                                    </p:set>
                                    <p:anim calcmode="lin" valueType="num">
                                      <p:cBhvr additive="base">
                                        <p:cTn id="19" dur="500" fill="hold"/>
                                        <p:tgtEl>
                                          <p:spTgt spid="139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93">
                                            <p:txEl>
                                              <p:pRg st="2" end="2"/>
                                            </p:txEl>
                                          </p:spTgt>
                                        </p:tgtEl>
                                        <p:attrNameLst>
                                          <p:attrName>style.visibility</p:attrName>
                                        </p:attrNameLst>
                                      </p:cBhvr>
                                      <p:to>
                                        <p:strVal val="visible"/>
                                      </p:to>
                                    </p:set>
                                    <p:anim calcmode="lin" valueType="num">
                                      <p:cBhvr additive="base">
                                        <p:cTn id="25" dur="500" fill="hold"/>
                                        <p:tgtEl>
                                          <p:spTgt spid="139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9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1"/>
        <p:cNvGrpSpPr/>
        <p:nvPr/>
      </p:nvGrpSpPr>
      <p:grpSpPr>
        <a:xfrm>
          <a:off x="0" y="0"/>
          <a:ext cx="0" cy="0"/>
          <a:chOff x="0" y="0"/>
          <a:chExt cx="0" cy="0"/>
        </a:xfrm>
      </p:grpSpPr>
      <p:sp>
        <p:nvSpPr>
          <p:cNvPr id="1592" name="Google Shape;1592;p78"/>
          <p:cNvSpPr/>
          <p:nvPr/>
        </p:nvSpPr>
        <p:spPr>
          <a:xfrm>
            <a:off x="1552658" y="887775"/>
            <a:ext cx="1159800" cy="808200"/>
          </a:xfrm>
          <a:prstGeom prst="wedgeRoundRectCallout">
            <a:avLst>
              <a:gd name="adj1" fmla="val -17374"/>
              <a:gd name="adj2" fmla="val 73101"/>
              <a:gd name="adj3" fmla="val 0"/>
            </a:avLst>
          </a:prstGeom>
          <a:solidFill>
            <a:schemeClr val="accent3"/>
          </a:solidFill>
          <a:ln>
            <a:noFill/>
          </a:ln>
          <a:effectLst>
            <a:outerShdw blurRad="57150" dist="47625"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78"/>
          <p:cNvSpPr/>
          <p:nvPr/>
        </p:nvSpPr>
        <p:spPr>
          <a:xfrm>
            <a:off x="2799008" y="948440"/>
            <a:ext cx="3905721" cy="808200"/>
          </a:xfrm>
          <a:prstGeom prst="roundRect">
            <a:avLst>
              <a:gd name="adj" fmla="val 31653"/>
            </a:avLst>
          </a:prstGeom>
          <a:solidFill>
            <a:schemeClr val="lt2"/>
          </a:solidFill>
          <a:ln w="9525" cap="flat" cmpd="sng">
            <a:solidFill>
              <a:srgbClr val="D2D6FF"/>
            </a:solidFill>
            <a:prstDash val="solid"/>
            <a:round/>
            <a:headEnd type="none" w="sm" len="sm"/>
            <a:tailEnd type="none" w="sm" len="sm"/>
          </a:ln>
          <a:effectLst>
            <a:outerShdw blurRad="57150" dist="47625" dir="5400000" algn="bl" rotWithShape="0">
              <a:schemeClr val="dk1">
                <a:alpha val="24000"/>
              </a:schemeClr>
            </a:outerShdw>
          </a:effectLst>
        </p:spPr>
        <p:txBody>
          <a:bodyPr spcFirstLastPara="1" wrap="square" lIns="91425" tIns="91425" rIns="91425" bIns="91425" anchor="ctr" anchorCtr="0">
            <a:noAutofit/>
          </a:bodyPr>
          <a:lstStyle/>
          <a:p>
            <a:pPr algn="ctr"/>
            <a:r>
              <a:rPr lang="en-IN" sz="1800" b="1" dirty="0">
                <a:solidFill>
                  <a:schemeClr val="tx1">
                    <a:lumMod val="50000"/>
                  </a:schemeClr>
                </a:solidFill>
                <a:latin typeface="Orbitron"/>
                <a:sym typeface="Orbitron"/>
              </a:rPr>
              <a:t>Compile Time Polymorphism (Overloading)</a:t>
            </a:r>
          </a:p>
        </p:txBody>
      </p:sp>
      <p:grpSp>
        <p:nvGrpSpPr>
          <p:cNvPr id="1596" name="Google Shape;1596;p78"/>
          <p:cNvGrpSpPr/>
          <p:nvPr/>
        </p:nvGrpSpPr>
        <p:grpSpPr>
          <a:xfrm>
            <a:off x="6782222" y="3381976"/>
            <a:ext cx="1514782" cy="1006855"/>
            <a:chOff x="4981963" y="3755000"/>
            <a:chExt cx="1001575" cy="735575"/>
          </a:xfrm>
        </p:grpSpPr>
        <p:sp>
          <p:nvSpPr>
            <p:cNvPr id="1597" name="Google Shape;1597;p78"/>
            <p:cNvSpPr/>
            <p:nvPr/>
          </p:nvSpPr>
          <p:spPr>
            <a:xfrm>
              <a:off x="4981963" y="3755000"/>
              <a:ext cx="1001575" cy="735575"/>
            </a:xfrm>
            <a:custGeom>
              <a:avLst/>
              <a:gdLst/>
              <a:ahLst/>
              <a:cxnLst/>
              <a:rect l="l" t="t" r="r" b="b"/>
              <a:pathLst>
                <a:path w="40063" h="29423" extrusionOk="0">
                  <a:moveTo>
                    <a:pt x="1916" y="0"/>
                  </a:moveTo>
                  <a:cubicBezTo>
                    <a:pt x="852" y="0"/>
                    <a:pt x="1" y="882"/>
                    <a:pt x="1" y="1945"/>
                  </a:cubicBezTo>
                  <a:lnTo>
                    <a:pt x="1" y="27478"/>
                  </a:lnTo>
                  <a:cubicBezTo>
                    <a:pt x="1" y="28541"/>
                    <a:pt x="852" y="29423"/>
                    <a:pt x="1916" y="29423"/>
                  </a:cubicBezTo>
                  <a:lnTo>
                    <a:pt x="38148" y="29423"/>
                  </a:lnTo>
                  <a:cubicBezTo>
                    <a:pt x="39211" y="29423"/>
                    <a:pt x="40063" y="28541"/>
                    <a:pt x="40063" y="27478"/>
                  </a:cubicBezTo>
                  <a:lnTo>
                    <a:pt x="40063" y="1976"/>
                  </a:lnTo>
                  <a:cubicBezTo>
                    <a:pt x="40063" y="882"/>
                    <a:pt x="39211" y="0"/>
                    <a:pt x="38148" y="0"/>
                  </a:cubicBezTo>
                  <a:close/>
                </a:path>
              </a:pathLst>
            </a:custGeom>
            <a:solidFill>
              <a:schemeClr val="dk2"/>
            </a:solidFill>
            <a:ln>
              <a:noFill/>
            </a:ln>
            <a:effectLst>
              <a:outerShdw blurRad="57150" dist="76200"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78"/>
            <p:cNvSpPr/>
            <p:nvPr/>
          </p:nvSpPr>
          <p:spPr>
            <a:xfrm>
              <a:off x="5092913" y="3848450"/>
              <a:ext cx="357950" cy="289550"/>
            </a:xfrm>
            <a:custGeom>
              <a:avLst/>
              <a:gdLst/>
              <a:ahLst/>
              <a:cxnLst/>
              <a:rect l="l" t="t" r="r" b="b"/>
              <a:pathLst>
                <a:path w="14318" h="11582" extrusionOk="0">
                  <a:moveTo>
                    <a:pt x="791" y="1"/>
                  </a:moveTo>
                  <a:cubicBezTo>
                    <a:pt x="335" y="1"/>
                    <a:pt x="1" y="365"/>
                    <a:pt x="1" y="791"/>
                  </a:cubicBezTo>
                  <a:lnTo>
                    <a:pt x="1" y="10791"/>
                  </a:lnTo>
                  <a:cubicBezTo>
                    <a:pt x="1" y="11247"/>
                    <a:pt x="366" y="11581"/>
                    <a:pt x="791" y="11581"/>
                  </a:cubicBezTo>
                  <a:lnTo>
                    <a:pt x="13527" y="11581"/>
                  </a:lnTo>
                  <a:cubicBezTo>
                    <a:pt x="13952" y="11581"/>
                    <a:pt x="14287" y="11247"/>
                    <a:pt x="14317" y="10791"/>
                  </a:cubicBezTo>
                  <a:lnTo>
                    <a:pt x="14317" y="791"/>
                  </a:lnTo>
                  <a:cubicBezTo>
                    <a:pt x="14317" y="335"/>
                    <a:pt x="13952" y="1"/>
                    <a:pt x="13527" y="1"/>
                  </a:cubicBezTo>
                  <a:close/>
                </a:path>
              </a:pathLst>
            </a:custGeom>
            <a:solidFill>
              <a:schemeClr val="accent1"/>
            </a:solidFill>
            <a:ln>
              <a:noFill/>
            </a:ln>
            <a:effectLst>
              <a:outerShdw blurRad="57150" dist="7620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78"/>
            <p:cNvSpPr/>
            <p:nvPr/>
          </p:nvSpPr>
          <p:spPr>
            <a:xfrm>
              <a:off x="5092913" y="4207125"/>
              <a:ext cx="779675" cy="30425"/>
            </a:xfrm>
            <a:custGeom>
              <a:avLst/>
              <a:gdLst/>
              <a:ahLst/>
              <a:cxnLst/>
              <a:rect l="l" t="t" r="r" b="b"/>
              <a:pathLst>
                <a:path w="31187" h="1217" extrusionOk="0">
                  <a:moveTo>
                    <a:pt x="609" y="0"/>
                  </a:moveTo>
                  <a:cubicBezTo>
                    <a:pt x="274" y="0"/>
                    <a:pt x="1" y="274"/>
                    <a:pt x="1" y="608"/>
                  </a:cubicBezTo>
                  <a:cubicBezTo>
                    <a:pt x="1" y="973"/>
                    <a:pt x="274" y="1216"/>
                    <a:pt x="609" y="1216"/>
                  </a:cubicBezTo>
                  <a:lnTo>
                    <a:pt x="30579" y="1216"/>
                  </a:lnTo>
                  <a:cubicBezTo>
                    <a:pt x="30913" y="1216"/>
                    <a:pt x="31187" y="973"/>
                    <a:pt x="31187" y="608"/>
                  </a:cubicBezTo>
                  <a:cubicBezTo>
                    <a:pt x="31187" y="274"/>
                    <a:pt x="30913" y="0"/>
                    <a:pt x="30579" y="0"/>
                  </a:cubicBezTo>
                  <a:close/>
                </a:path>
              </a:pathLst>
            </a:custGeom>
            <a:solidFill>
              <a:schemeClr val="lt1"/>
            </a:solidFill>
            <a:ln>
              <a:noFill/>
            </a:ln>
            <a:effectLst>
              <a:outerShdw blurRad="57150" dist="57150" dir="5400000" algn="bl" rotWithShape="0">
                <a:schemeClr val="dk1">
                  <a:alpha val="2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78"/>
            <p:cNvSpPr/>
            <p:nvPr/>
          </p:nvSpPr>
          <p:spPr>
            <a:xfrm>
              <a:off x="5092913" y="4286900"/>
              <a:ext cx="779675" cy="30425"/>
            </a:xfrm>
            <a:custGeom>
              <a:avLst/>
              <a:gdLst/>
              <a:ahLst/>
              <a:cxnLst/>
              <a:rect l="l" t="t" r="r" b="b"/>
              <a:pathLst>
                <a:path w="31187" h="1217" extrusionOk="0">
                  <a:moveTo>
                    <a:pt x="609" y="1"/>
                  </a:moveTo>
                  <a:cubicBezTo>
                    <a:pt x="274" y="1"/>
                    <a:pt x="1" y="275"/>
                    <a:pt x="1" y="609"/>
                  </a:cubicBezTo>
                  <a:cubicBezTo>
                    <a:pt x="1" y="974"/>
                    <a:pt x="274" y="1217"/>
                    <a:pt x="609" y="1217"/>
                  </a:cubicBezTo>
                  <a:lnTo>
                    <a:pt x="30579" y="1217"/>
                  </a:lnTo>
                  <a:cubicBezTo>
                    <a:pt x="30913" y="1217"/>
                    <a:pt x="31187" y="913"/>
                    <a:pt x="31187" y="609"/>
                  </a:cubicBezTo>
                  <a:cubicBezTo>
                    <a:pt x="31187" y="275"/>
                    <a:pt x="30913" y="1"/>
                    <a:pt x="30579" y="1"/>
                  </a:cubicBezTo>
                  <a:close/>
                </a:path>
              </a:pathLst>
            </a:custGeom>
            <a:solidFill>
              <a:schemeClr val="lt1"/>
            </a:solidFill>
            <a:ln>
              <a:noFill/>
            </a:ln>
            <a:effectLst>
              <a:outerShdw blurRad="57150" dist="57150" dir="5400000" algn="bl" rotWithShape="0">
                <a:schemeClr val="dk1">
                  <a:alpha val="2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78"/>
            <p:cNvSpPr/>
            <p:nvPr/>
          </p:nvSpPr>
          <p:spPr>
            <a:xfrm>
              <a:off x="5092913" y="4365950"/>
              <a:ext cx="295625" cy="30400"/>
            </a:xfrm>
            <a:custGeom>
              <a:avLst/>
              <a:gdLst/>
              <a:ahLst/>
              <a:cxnLst/>
              <a:rect l="l" t="t" r="r" b="b"/>
              <a:pathLst>
                <a:path w="11825" h="1216" extrusionOk="0">
                  <a:moveTo>
                    <a:pt x="609" y="0"/>
                  </a:moveTo>
                  <a:cubicBezTo>
                    <a:pt x="274" y="0"/>
                    <a:pt x="1" y="274"/>
                    <a:pt x="1" y="608"/>
                  </a:cubicBezTo>
                  <a:cubicBezTo>
                    <a:pt x="1" y="942"/>
                    <a:pt x="274" y="1216"/>
                    <a:pt x="609" y="1216"/>
                  </a:cubicBezTo>
                  <a:lnTo>
                    <a:pt x="11217" y="1216"/>
                  </a:lnTo>
                  <a:cubicBezTo>
                    <a:pt x="11551" y="1216"/>
                    <a:pt x="11825" y="942"/>
                    <a:pt x="11825" y="608"/>
                  </a:cubicBezTo>
                  <a:cubicBezTo>
                    <a:pt x="11825" y="274"/>
                    <a:pt x="11551" y="0"/>
                    <a:pt x="11217" y="0"/>
                  </a:cubicBezTo>
                  <a:close/>
                </a:path>
              </a:pathLst>
            </a:custGeom>
            <a:solidFill>
              <a:schemeClr val="lt1"/>
            </a:solidFill>
            <a:ln>
              <a:noFill/>
            </a:ln>
            <a:effectLst>
              <a:outerShdw blurRad="57150" dist="57150" dir="5400000" algn="bl" rotWithShape="0">
                <a:schemeClr val="dk1">
                  <a:alpha val="2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78"/>
            <p:cNvSpPr/>
            <p:nvPr/>
          </p:nvSpPr>
          <p:spPr>
            <a:xfrm>
              <a:off x="5515413" y="3848450"/>
              <a:ext cx="357950" cy="289550"/>
            </a:xfrm>
            <a:custGeom>
              <a:avLst/>
              <a:gdLst/>
              <a:ahLst/>
              <a:cxnLst/>
              <a:rect l="l" t="t" r="r" b="b"/>
              <a:pathLst>
                <a:path w="14318" h="11582" extrusionOk="0">
                  <a:moveTo>
                    <a:pt x="791" y="1"/>
                  </a:moveTo>
                  <a:cubicBezTo>
                    <a:pt x="335" y="1"/>
                    <a:pt x="1" y="365"/>
                    <a:pt x="1" y="791"/>
                  </a:cubicBezTo>
                  <a:lnTo>
                    <a:pt x="1" y="10791"/>
                  </a:lnTo>
                  <a:cubicBezTo>
                    <a:pt x="1" y="11247"/>
                    <a:pt x="396" y="11581"/>
                    <a:pt x="791" y="11581"/>
                  </a:cubicBezTo>
                  <a:lnTo>
                    <a:pt x="13527" y="11581"/>
                  </a:lnTo>
                  <a:cubicBezTo>
                    <a:pt x="13952" y="11581"/>
                    <a:pt x="14287" y="11247"/>
                    <a:pt x="14317" y="10791"/>
                  </a:cubicBezTo>
                  <a:lnTo>
                    <a:pt x="14317" y="791"/>
                  </a:lnTo>
                  <a:cubicBezTo>
                    <a:pt x="14317" y="335"/>
                    <a:pt x="13952" y="1"/>
                    <a:pt x="13527" y="1"/>
                  </a:cubicBezTo>
                  <a:close/>
                </a:path>
              </a:pathLst>
            </a:custGeom>
            <a:solidFill>
              <a:schemeClr val="accent3"/>
            </a:solidFill>
            <a:ln>
              <a:noFill/>
            </a:ln>
            <a:effectLst>
              <a:outerShdw blurRad="57150" dist="7620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3" name="Google Shape;1603;p78"/>
          <p:cNvGrpSpPr/>
          <p:nvPr/>
        </p:nvGrpSpPr>
        <p:grpSpPr>
          <a:xfrm flipH="1">
            <a:off x="7908792" y="2620556"/>
            <a:ext cx="789081" cy="515055"/>
            <a:chOff x="4842900" y="2922987"/>
            <a:chExt cx="436632" cy="284986"/>
          </a:xfrm>
        </p:grpSpPr>
        <p:sp>
          <p:nvSpPr>
            <p:cNvPr id="1604" name="Google Shape;1604;p78"/>
            <p:cNvSpPr/>
            <p:nvPr/>
          </p:nvSpPr>
          <p:spPr>
            <a:xfrm>
              <a:off x="4842900" y="2922987"/>
              <a:ext cx="436632" cy="284986"/>
            </a:xfrm>
            <a:custGeom>
              <a:avLst/>
              <a:gdLst/>
              <a:ahLst/>
              <a:cxnLst/>
              <a:rect l="l" t="t" r="r" b="b"/>
              <a:pathLst>
                <a:path w="35922" h="23446" extrusionOk="0">
                  <a:moveTo>
                    <a:pt x="3448" y="1"/>
                  </a:moveTo>
                  <a:cubicBezTo>
                    <a:pt x="1555" y="1"/>
                    <a:pt x="0" y="1538"/>
                    <a:pt x="0" y="3432"/>
                  </a:cubicBezTo>
                  <a:lnTo>
                    <a:pt x="0" y="15552"/>
                  </a:lnTo>
                  <a:cubicBezTo>
                    <a:pt x="0" y="17446"/>
                    <a:pt x="1555" y="18983"/>
                    <a:pt x="3448" y="18983"/>
                  </a:cubicBezTo>
                  <a:lnTo>
                    <a:pt x="24950" y="18983"/>
                  </a:lnTo>
                  <a:lnTo>
                    <a:pt x="29074" y="23446"/>
                  </a:lnTo>
                  <a:lnTo>
                    <a:pt x="29074" y="18983"/>
                  </a:lnTo>
                  <a:lnTo>
                    <a:pt x="32473" y="18983"/>
                  </a:lnTo>
                  <a:cubicBezTo>
                    <a:pt x="34382" y="18983"/>
                    <a:pt x="35921" y="17446"/>
                    <a:pt x="35921" y="15552"/>
                  </a:cubicBezTo>
                  <a:lnTo>
                    <a:pt x="35921" y="3432"/>
                  </a:lnTo>
                  <a:cubicBezTo>
                    <a:pt x="35921" y="1538"/>
                    <a:pt x="34382" y="1"/>
                    <a:pt x="32473" y="1"/>
                  </a:cubicBezTo>
                  <a:close/>
                </a:path>
              </a:pathLst>
            </a:custGeom>
            <a:gradFill>
              <a:gsLst>
                <a:gs pos="0">
                  <a:srgbClr val="BBF6F4"/>
                </a:gs>
                <a:gs pos="100000">
                  <a:srgbClr val="4EE0DB"/>
                </a:gs>
              </a:gsLst>
              <a:lin ang="5400012" scaled="0"/>
            </a:gra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8"/>
            <p:cNvSpPr/>
            <p:nvPr/>
          </p:nvSpPr>
          <p:spPr>
            <a:xfrm>
              <a:off x="4917676" y="3006198"/>
              <a:ext cx="287065" cy="60824"/>
            </a:xfrm>
            <a:custGeom>
              <a:avLst/>
              <a:gdLst/>
              <a:ahLst/>
              <a:cxnLst/>
              <a:rect l="l" t="t" r="r" b="b"/>
              <a:pathLst>
                <a:path w="23617" h="5004" extrusionOk="0">
                  <a:moveTo>
                    <a:pt x="2503" y="0"/>
                  </a:moveTo>
                  <a:cubicBezTo>
                    <a:pt x="1117" y="0"/>
                    <a:pt x="1" y="1116"/>
                    <a:pt x="1" y="2502"/>
                  </a:cubicBezTo>
                  <a:cubicBezTo>
                    <a:pt x="1" y="3888"/>
                    <a:pt x="1117" y="5004"/>
                    <a:pt x="2503" y="5004"/>
                  </a:cubicBezTo>
                  <a:cubicBezTo>
                    <a:pt x="3873" y="5004"/>
                    <a:pt x="4988" y="3888"/>
                    <a:pt x="4988" y="2502"/>
                  </a:cubicBezTo>
                  <a:cubicBezTo>
                    <a:pt x="4988" y="1116"/>
                    <a:pt x="3873" y="0"/>
                    <a:pt x="2503" y="0"/>
                  </a:cubicBezTo>
                  <a:close/>
                  <a:moveTo>
                    <a:pt x="11817" y="0"/>
                  </a:moveTo>
                  <a:cubicBezTo>
                    <a:pt x="10431" y="0"/>
                    <a:pt x="9316" y="1116"/>
                    <a:pt x="9316" y="2502"/>
                  </a:cubicBezTo>
                  <a:cubicBezTo>
                    <a:pt x="9316" y="3888"/>
                    <a:pt x="10431" y="5004"/>
                    <a:pt x="11817" y="5004"/>
                  </a:cubicBezTo>
                  <a:cubicBezTo>
                    <a:pt x="13186" y="5004"/>
                    <a:pt x="14301" y="3888"/>
                    <a:pt x="14301" y="2502"/>
                  </a:cubicBezTo>
                  <a:cubicBezTo>
                    <a:pt x="14301" y="1116"/>
                    <a:pt x="13186" y="0"/>
                    <a:pt x="11817" y="0"/>
                  </a:cubicBezTo>
                  <a:close/>
                  <a:moveTo>
                    <a:pt x="21131" y="0"/>
                  </a:moveTo>
                  <a:cubicBezTo>
                    <a:pt x="19744" y="0"/>
                    <a:pt x="18629" y="1116"/>
                    <a:pt x="18629" y="2502"/>
                  </a:cubicBezTo>
                  <a:cubicBezTo>
                    <a:pt x="18629" y="3888"/>
                    <a:pt x="19744" y="5004"/>
                    <a:pt x="21131" y="5004"/>
                  </a:cubicBezTo>
                  <a:cubicBezTo>
                    <a:pt x="22500" y="5004"/>
                    <a:pt x="23616" y="3888"/>
                    <a:pt x="23616" y="2502"/>
                  </a:cubicBezTo>
                  <a:cubicBezTo>
                    <a:pt x="23616" y="1116"/>
                    <a:pt x="22500" y="0"/>
                    <a:pt x="21131" y="0"/>
                  </a:cubicBezTo>
                  <a:close/>
                </a:path>
              </a:pathLst>
            </a:custGeom>
            <a:solidFill>
              <a:srgbClr val="FFFFFF"/>
            </a:soli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6" name="Google Shape;1606;p78"/>
          <p:cNvSpPr/>
          <p:nvPr/>
        </p:nvSpPr>
        <p:spPr>
          <a:xfrm>
            <a:off x="847750" y="4125125"/>
            <a:ext cx="356425" cy="355650"/>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78"/>
          <p:cNvSpPr/>
          <p:nvPr/>
        </p:nvSpPr>
        <p:spPr>
          <a:xfrm>
            <a:off x="8077075" y="801150"/>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78"/>
          <p:cNvSpPr txBox="1">
            <a:spLocks noGrp="1"/>
          </p:cNvSpPr>
          <p:nvPr>
            <p:ph type="title" idx="2"/>
          </p:nvPr>
        </p:nvSpPr>
        <p:spPr>
          <a:xfrm>
            <a:off x="1639207" y="935175"/>
            <a:ext cx="969000" cy="7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6" name="TextBox 5">
            <a:extLst>
              <a:ext uri="{FF2B5EF4-FFF2-40B4-BE49-F238E27FC236}">
                <a16:creationId xmlns:a16="http://schemas.microsoft.com/office/drawing/2014/main" id="{2B549819-18E7-8853-B77B-0D34590F430F}"/>
              </a:ext>
            </a:extLst>
          </p:cNvPr>
          <p:cNvSpPr txBox="1"/>
          <p:nvPr/>
        </p:nvSpPr>
        <p:spPr>
          <a:xfrm>
            <a:off x="2111099" y="1818711"/>
            <a:ext cx="4741299" cy="2800767"/>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Compile-time polymorphism is also known as static polymorphism.</a:t>
            </a:r>
            <a:endParaRPr lang="en-IN" sz="1600" dirty="0"/>
          </a:p>
          <a:p>
            <a:pPr marL="285750" indent="-285750" algn="just">
              <a:buFont typeface="Arial" panose="020B0604020202020204" pitchFamily="34" charset="0"/>
              <a:buChar char="•"/>
            </a:pPr>
            <a:r>
              <a:rPr lang="en-US" sz="1600" dirty="0"/>
              <a:t>Compile Time Polymorphism is a concept in object-oriented programming where multiple methods in a class have the same name but different parameter lists.</a:t>
            </a:r>
          </a:p>
          <a:p>
            <a:pPr marL="285750" indent="-285750" algn="just">
              <a:buFont typeface="Arial" panose="020B0604020202020204" pitchFamily="34" charset="0"/>
              <a:buChar char="•"/>
            </a:pPr>
            <a:r>
              <a:rPr lang="en-US" sz="1600" dirty="0"/>
              <a:t>The compiler determines which method to call at compile time based on the number and types of arguments passed to the method.</a:t>
            </a:r>
            <a:endParaRPr lang="en-IN" sz="1600" dirty="0"/>
          </a:p>
          <a:p>
            <a:pPr marL="285750" indent="-285750" algn="just">
              <a:buFont typeface="Arial" panose="020B0604020202020204" pitchFamily="34" charset="0"/>
              <a:buChar char="•"/>
            </a:pPr>
            <a:r>
              <a:rPr lang="en-US" sz="1600" dirty="0"/>
              <a:t>Compile-time polymorphism is achieved by </a:t>
            </a:r>
            <a:r>
              <a:rPr lang="en-US" sz="1600" b="1" dirty="0"/>
              <a:t>method overloading</a:t>
            </a:r>
            <a:endParaRPr lang="en-IN" sz="1600" b="1" dirty="0"/>
          </a:p>
        </p:txBody>
      </p:sp>
    </p:spTree>
    <p:extLst>
      <p:ext uri="{BB962C8B-B14F-4D97-AF65-F5344CB8AC3E}">
        <p14:creationId xmlns:p14="http://schemas.microsoft.com/office/powerpoint/2010/main" val="3692039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1607"/>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1606"/>
                                        </p:tgtEl>
                                        <p:attrNameLst>
                                          <p:attrName>r</p:attrName>
                                        </p:attrNameLst>
                                      </p:cBhvr>
                                    </p:animRot>
                                  </p:childTnLst>
                                </p:cTn>
                              </p:par>
                            </p:childTnLst>
                          </p:cTn>
                        </p:par>
                        <p:par>
                          <p:cTn id="9" fill="hold">
                            <p:stCondLst>
                              <p:cond delay="800"/>
                            </p:stCondLst>
                            <p:childTnLst>
                              <p:par>
                                <p:cTn id="10" presetID="53" presetClass="entr" presetSubtype="16" fill="hold" grpId="0" nodeType="afterEffect">
                                  <p:stCondLst>
                                    <p:cond delay="0"/>
                                  </p:stCondLst>
                                  <p:childTnLst>
                                    <p:set>
                                      <p:cBhvr>
                                        <p:cTn id="11" dur="1" fill="hold">
                                          <p:stCondLst>
                                            <p:cond delay="0"/>
                                          </p:stCondLst>
                                        </p:cTn>
                                        <p:tgtEl>
                                          <p:spTgt spid="1608"/>
                                        </p:tgtEl>
                                        <p:attrNameLst>
                                          <p:attrName>style.visibility</p:attrName>
                                        </p:attrNameLst>
                                      </p:cBhvr>
                                      <p:to>
                                        <p:strVal val="visible"/>
                                      </p:to>
                                    </p:set>
                                    <p:anim calcmode="lin" valueType="num">
                                      <p:cBhvr>
                                        <p:cTn id="12" dur="500" fill="hold"/>
                                        <p:tgtEl>
                                          <p:spTgt spid="1608"/>
                                        </p:tgtEl>
                                        <p:attrNameLst>
                                          <p:attrName>ppt_w</p:attrName>
                                        </p:attrNameLst>
                                      </p:cBhvr>
                                      <p:tavLst>
                                        <p:tav tm="0">
                                          <p:val>
                                            <p:fltVal val="0"/>
                                          </p:val>
                                        </p:tav>
                                        <p:tav tm="100000">
                                          <p:val>
                                            <p:strVal val="#ppt_w"/>
                                          </p:val>
                                        </p:tav>
                                      </p:tavLst>
                                    </p:anim>
                                    <p:anim calcmode="lin" valueType="num">
                                      <p:cBhvr>
                                        <p:cTn id="13" dur="500" fill="hold"/>
                                        <p:tgtEl>
                                          <p:spTgt spid="1608"/>
                                        </p:tgtEl>
                                        <p:attrNameLst>
                                          <p:attrName>ppt_h</p:attrName>
                                        </p:attrNameLst>
                                      </p:cBhvr>
                                      <p:tavLst>
                                        <p:tav tm="0">
                                          <p:val>
                                            <p:fltVal val="0"/>
                                          </p:val>
                                        </p:tav>
                                        <p:tav tm="100000">
                                          <p:val>
                                            <p:strVal val="#ppt_h"/>
                                          </p:val>
                                        </p:tav>
                                      </p:tavLst>
                                    </p:anim>
                                    <p:animEffect transition="in" filter="fade">
                                      <p:cBhvr>
                                        <p:cTn id="14" dur="500"/>
                                        <p:tgtEl>
                                          <p:spTgt spid="1608"/>
                                        </p:tgtEl>
                                      </p:cBhvr>
                                    </p:animEffect>
                                  </p:childTnLst>
                                </p:cTn>
                              </p:par>
                            </p:childTnLst>
                          </p:cTn>
                        </p:par>
                        <p:par>
                          <p:cTn id="15" fill="hold">
                            <p:stCondLst>
                              <p:cond delay="1300"/>
                            </p:stCondLst>
                            <p:childTnLst>
                              <p:par>
                                <p:cTn id="16" presetID="53" presetClass="entr" presetSubtype="16" fill="hold" grpId="0" nodeType="afterEffect">
                                  <p:stCondLst>
                                    <p:cond delay="0"/>
                                  </p:stCondLst>
                                  <p:childTnLst>
                                    <p:set>
                                      <p:cBhvr>
                                        <p:cTn id="17" dur="1" fill="hold">
                                          <p:stCondLst>
                                            <p:cond delay="0"/>
                                          </p:stCondLst>
                                        </p:cTn>
                                        <p:tgtEl>
                                          <p:spTgt spid="1593"/>
                                        </p:tgtEl>
                                        <p:attrNameLst>
                                          <p:attrName>style.visibility</p:attrName>
                                        </p:attrNameLst>
                                      </p:cBhvr>
                                      <p:to>
                                        <p:strVal val="visible"/>
                                      </p:to>
                                    </p:set>
                                    <p:anim calcmode="lin" valueType="num">
                                      <p:cBhvr>
                                        <p:cTn id="18" dur="500" fill="hold"/>
                                        <p:tgtEl>
                                          <p:spTgt spid="1593"/>
                                        </p:tgtEl>
                                        <p:attrNameLst>
                                          <p:attrName>ppt_w</p:attrName>
                                        </p:attrNameLst>
                                      </p:cBhvr>
                                      <p:tavLst>
                                        <p:tav tm="0">
                                          <p:val>
                                            <p:fltVal val="0"/>
                                          </p:val>
                                        </p:tav>
                                        <p:tav tm="100000">
                                          <p:val>
                                            <p:strVal val="#ppt_w"/>
                                          </p:val>
                                        </p:tav>
                                      </p:tavLst>
                                    </p:anim>
                                    <p:anim calcmode="lin" valueType="num">
                                      <p:cBhvr>
                                        <p:cTn id="19" dur="500" fill="hold"/>
                                        <p:tgtEl>
                                          <p:spTgt spid="1593"/>
                                        </p:tgtEl>
                                        <p:attrNameLst>
                                          <p:attrName>ppt_h</p:attrName>
                                        </p:attrNameLst>
                                      </p:cBhvr>
                                      <p:tavLst>
                                        <p:tav tm="0">
                                          <p:val>
                                            <p:fltVal val="0"/>
                                          </p:val>
                                        </p:tav>
                                        <p:tav tm="100000">
                                          <p:val>
                                            <p:strVal val="#ppt_h"/>
                                          </p:val>
                                        </p:tav>
                                      </p:tavLst>
                                    </p:anim>
                                    <p:animEffect transition="in" filter="fade">
                                      <p:cBhvr>
                                        <p:cTn id="20" dur="500"/>
                                        <p:tgtEl>
                                          <p:spTgt spid="159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 calcmode="lin" valueType="num">
                                      <p:cBhvr additive="base">
                                        <p:cTn id="3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additive="base">
                                        <p:cTn id="3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anim calcmode="lin" valueType="num">
                                      <p:cBhvr additive="base">
                                        <p:cTn id="4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3" grpId="0" animBg="1"/>
      <p:bldP spid="160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7"/>
        <p:cNvGrpSpPr/>
        <p:nvPr/>
      </p:nvGrpSpPr>
      <p:grpSpPr>
        <a:xfrm>
          <a:off x="0" y="0"/>
          <a:ext cx="0" cy="0"/>
          <a:chOff x="0" y="0"/>
          <a:chExt cx="0" cy="0"/>
        </a:xfrm>
      </p:grpSpPr>
      <p:sp>
        <p:nvSpPr>
          <p:cNvPr id="2148" name="Google Shape;2148;p92"/>
          <p:cNvSpPr/>
          <p:nvPr/>
        </p:nvSpPr>
        <p:spPr>
          <a:xfrm>
            <a:off x="8055625" y="3820025"/>
            <a:ext cx="175718" cy="175335"/>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accent3"/>
          </a:solidFill>
          <a:ln>
            <a:noFill/>
          </a:ln>
          <a:effectLst>
            <a:outerShdw blurRad="57150" dist="57150" dir="5400000" algn="bl" rotWithShape="0">
              <a:schemeClr val="dk1">
                <a:alpha val="16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92"/>
          <p:cNvSpPr/>
          <p:nvPr/>
        </p:nvSpPr>
        <p:spPr>
          <a:xfrm>
            <a:off x="8143484" y="3995360"/>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93;p73">
            <a:extLst>
              <a:ext uri="{FF2B5EF4-FFF2-40B4-BE49-F238E27FC236}">
                <a16:creationId xmlns:a16="http://schemas.microsoft.com/office/drawing/2014/main" id="{79630E32-CC55-B5B6-D8D2-9582AC28EA62}"/>
              </a:ext>
            </a:extLst>
          </p:cNvPr>
          <p:cNvSpPr txBox="1">
            <a:spLocks/>
          </p:cNvSpPr>
          <p:nvPr/>
        </p:nvSpPr>
        <p:spPr>
          <a:xfrm>
            <a:off x="891156" y="387457"/>
            <a:ext cx="6297920" cy="30996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dirty="0">
                <a:solidFill>
                  <a:schemeClr val="tx1">
                    <a:lumMod val="50000"/>
                  </a:schemeClr>
                </a:solidFill>
                <a:latin typeface="Orbitron"/>
              </a:rPr>
              <a:t>Example of Compile Time Polymorphism (Overloading) </a:t>
            </a:r>
            <a:endParaRPr lang="en-IN" sz="1600" b="1" dirty="0">
              <a:solidFill>
                <a:schemeClr val="tx1">
                  <a:lumMod val="50000"/>
                </a:schemeClr>
              </a:solidFill>
              <a:latin typeface="Orbitron"/>
            </a:endParaRPr>
          </a:p>
        </p:txBody>
      </p:sp>
      <p:sp>
        <p:nvSpPr>
          <p:cNvPr id="6" name="TextBox 5">
            <a:extLst>
              <a:ext uri="{FF2B5EF4-FFF2-40B4-BE49-F238E27FC236}">
                <a16:creationId xmlns:a16="http://schemas.microsoft.com/office/drawing/2014/main" id="{B6CE1A55-CD54-74B2-2BB2-B98B2A2A9560}"/>
              </a:ext>
            </a:extLst>
          </p:cNvPr>
          <p:cNvSpPr txBox="1"/>
          <p:nvPr/>
        </p:nvSpPr>
        <p:spPr>
          <a:xfrm>
            <a:off x="919337" y="712925"/>
            <a:ext cx="6829817" cy="3754874"/>
          </a:xfrm>
          <a:prstGeom prst="rect">
            <a:avLst/>
          </a:prstGeom>
          <a:noFill/>
        </p:spPr>
        <p:txBody>
          <a:bodyPr wrap="square" rtlCol="0">
            <a:spAutoFit/>
          </a:bodyPr>
          <a:lstStyle/>
          <a:p>
            <a:r>
              <a:rPr lang="en-IN" b="1" dirty="0"/>
              <a:t>class Calculator {</a:t>
            </a:r>
          </a:p>
          <a:p>
            <a:r>
              <a:rPr lang="en-IN" b="1" dirty="0"/>
              <a:t>    	int add(int a, int b) {</a:t>
            </a:r>
          </a:p>
          <a:p>
            <a:r>
              <a:rPr lang="en-IN" b="1" dirty="0"/>
              <a:t>        	return a + b;</a:t>
            </a:r>
          </a:p>
          <a:p>
            <a:r>
              <a:rPr lang="en-IN" b="1" dirty="0"/>
              <a:t>      }</a:t>
            </a:r>
          </a:p>
          <a:p>
            <a:endParaRPr lang="en-IN" b="1" dirty="0"/>
          </a:p>
          <a:p>
            <a:r>
              <a:rPr lang="en-IN" b="1" dirty="0"/>
              <a:t>    	double add(double a, double b) {</a:t>
            </a:r>
          </a:p>
          <a:p>
            <a:r>
              <a:rPr lang="en-IN" b="1" dirty="0"/>
              <a:t>       	return a + b;</a:t>
            </a:r>
          </a:p>
          <a:p>
            <a:r>
              <a:rPr lang="en-IN" b="1" dirty="0"/>
              <a:t>       }</a:t>
            </a:r>
          </a:p>
          <a:p>
            <a:r>
              <a:rPr lang="en-IN" b="1" dirty="0"/>
              <a:t>}</a:t>
            </a:r>
          </a:p>
          <a:p>
            <a:r>
              <a:rPr lang="en-IN" b="1" dirty="0"/>
              <a:t>public class Main {</a:t>
            </a:r>
          </a:p>
          <a:p>
            <a:r>
              <a:rPr lang="en-IN" b="1" dirty="0"/>
              <a:t>	public static void main(String[] </a:t>
            </a:r>
            <a:r>
              <a:rPr lang="en-IN" b="1" dirty="0" err="1"/>
              <a:t>args</a:t>
            </a:r>
            <a:r>
              <a:rPr lang="en-IN" b="1" dirty="0"/>
              <a:t>) {</a:t>
            </a:r>
          </a:p>
          <a:p>
            <a:r>
              <a:rPr lang="en-IN" b="1" dirty="0"/>
              <a:t>		Calculator </a:t>
            </a:r>
            <a:r>
              <a:rPr lang="en-IN" b="1" dirty="0" err="1"/>
              <a:t>calculator</a:t>
            </a:r>
            <a:r>
              <a:rPr lang="en-IN" b="1" dirty="0"/>
              <a:t> = new Calculator();</a:t>
            </a:r>
          </a:p>
          <a:p>
            <a:r>
              <a:rPr lang="en-IN" b="1" dirty="0"/>
              <a:t>		</a:t>
            </a:r>
            <a:r>
              <a:rPr lang="en-IN" b="1" dirty="0" err="1"/>
              <a:t>System.out.println</a:t>
            </a:r>
            <a:r>
              <a:rPr lang="en-IN" b="1" dirty="0"/>
              <a:t>(</a:t>
            </a:r>
            <a:r>
              <a:rPr lang="en-IN" b="1" dirty="0" err="1"/>
              <a:t>calculator.add</a:t>
            </a:r>
            <a:r>
              <a:rPr lang="en-IN" b="1" dirty="0"/>
              <a:t>(5, 5));</a:t>
            </a:r>
          </a:p>
          <a:p>
            <a:r>
              <a:rPr lang="en-IN" b="1" dirty="0"/>
              <a:t>		</a:t>
            </a:r>
            <a:r>
              <a:rPr lang="en-IN" b="1" dirty="0" err="1"/>
              <a:t>System.out.println</a:t>
            </a:r>
            <a:r>
              <a:rPr lang="en-IN" b="1" dirty="0"/>
              <a:t>(</a:t>
            </a:r>
            <a:r>
              <a:rPr lang="en-IN" b="1" dirty="0" err="1"/>
              <a:t>calculator.add</a:t>
            </a:r>
            <a:r>
              <a:rPr lang="en-IN" b="1" dirty="0"/>
              <a:t>(4.5, 4.5));</a:t>
            </a:r>
          </a:p>
          <a:p>
            <a:r>
              <a:rPr lang="en-IN" b="1" dirty="0"/>
              <a:t>    }</a:t>
            </a:r>
          </a:p>
          <a:p>
            <a:r>
              <a:rPr lang="en-IN" b="1" dirty="0"/>
              <a:t>}</a:t>
            </a:r>
          </a:p>
          <a:p>
            <a:endParaRPr lang="en-IN" b="1" dirty="0"/>
          </a:p>
        </p:txBody>
      </p:sp>
      <p:sp>
        <p:nvSpPr>
          <p:cNvPr id="4" name="TextBox 3">
            <a:extLst>
              <a:ext uri="{FF2B5EF4-FFF2-40B4-BE49-F238E27FC236}">
                <a16:creationId xmlns:a16="http://schemas.microsoft.com/office/drawing/2014/main" id="{089EC8F3-8E03-8CB3-7090-F3CA4786C011}"/>
              </a:ext>
            </a:extLst>
          </p:cNvPr>
          <p:cNvSpPr txBox="1"/>
          <p:nvPr/>
        </p:nvSpPr>
        <p:spPr>
          <a:xfrm>
            <a:off x="6198487" y="955043"/>
            <a:ext cx="1319916" cy="400110"/>
          </a:xfrm>
          <a:prstGeom prst="rect">
            <a:avLst/>
          </a:prstGeom>
          <a:noFill/>
        </p:spPr>
        <p:txBody>
          <a:bodyPr wrap="square" rtlCol="0">
            <a:spAutoFit/>
          </a:bodyPr>
          <a:lstStyle/>
          <a:p>
            <a:r>
              <a:rPr lang="en-US" sz="2000" b="1" dirty="0">
                <a:solidFill>
                  <a:schemeClr val="tx1">
                    <a:lumMod val="50000"/>
                  </a:schemeClr>
                </a:solidFill>
                <a:latin typeface="Orbitron"/>
              </a:rPr>
              <a:t>Output:</a:t>
            </a:r>
            <a:endParaRPr lang="en-IN" sz="2000" b="1" dirty="0">
              <a:solidFill>
                <a:schemeClr val="tx1">
                  <a:lumMod val="50000"/>
                </a:schemeClr>
              </a:solidFill>
              <a:latin typeface="Orbitron"/>
            </a:endParaRPr>
          </a:p>
        </p:txBody>
      </p:sp>
      <p:pic>
        <p:nvPicPr>
          <p:cNvPr id="8" name="Picture 7">
            <a:extLst>
              <a:ext uri="{FF2B5EF4-FFF2-40B4-BE49-F238E27FC236}">
                <a16:creationId xmlns:a16="http://schemas.microsoft.com/office/drawing/2014/main" id="{E0D6C96E-6721-DC9D-5EF5-525F956A573A}"/>
              </a:ext>
            </a:extLst>
          </p:cNvPr>
          <p:cNvPicPr>
            <a:picLocks noChangeAspect="1"/>
          </p:cNvPicPr>
          <p:nvPr/>
        </p:nvPicPr>
        <p:blipFill rotWithShape="1">
          <a:blip r:embed="rId3"/>
          <a:srcRect r="27279"/>
          <a:stretch/>
        </p:blipFill>
        <p:spPr>
          <a:xfrm>
            <a:off x="6256828" y="1355152"/>
            <a:ext cx="2058014" cy="806861"/>
          </a:xfrm>
          <a:prstGeom prst="rect">
            <a:avLst/>
          </a:prstGeom>
        </p:spPr>
      </p:pic>
    </p:spTree>
    <p:extLst>
      <p:ext uri="{BB962C8B-B14F-4D97-AF65-F5344CB8AC3E}">
        <p14:creationId xmlns:p14="http://schemas.microsoft.com/office/powerpoint/2010/main" val="1295367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2148"/>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2149"/>
                                        </p:tgtEl>
                                        <p:attrNameLst>
                                          <p:attrName>r</p:attrName>
                                        </p:attrNameLst>
                                      </p:cBhvr>
                                    </p:animRo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1"/>
        <p:cNvGrpSpPr/>
        <p:nvPr/>
      </p:nvGrpSpPr>
      <p:grpSpPr>
        <a:xfrm>
          <a:off x="0" y="0"/>
          <a:ext cx="0" cy="0"/>
          <a:chOff x="0" y="0"/>
          <a:chExt cx="0" cy="0"/>
        </a:xfrm>
      </p:grpSpPr>
      <p:sp>
        <p:nvSpPr>
          <p:cNvPr id="1592" name="Google Shape;1592;p78"/>
          <p:cNvSpPr/>
          <p:nvPr/>
        </p:nvSpPr>
        <p:spPr>
          <a:xfrm>
            <a:off x="1552658" y="887775"/>
            <a:ext cx="1159800" cy="808200"/>
          </a:xfrm>
          <a:prstGeom prst="wedgeRoundRectCallout">
            <a:avLst>
              <a:gd name="adj1" fmla="val -17374"/>
              <a:gd name="adj2" fmla="val 73101"/>
              <a:gd name="adj3" fmla="val 0"/>
            </a:avLst>
          </a:prstGeom>
          <a:solidFill>
            <a:schemeClr val="accent3"/>
          </a:solidFill>
          <a:ln>
            <a:noFill/>
          </a:ln>
          <a:effectLst>
            <a:outerShdw blurRad="57150" dist="47625" dir="5400000" algn="bl" rotWithShape="0">
              <a:schemeClr val="dk1">
                <a:alpha val="2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78"/>
          <p:cNvSpPr/>
          <p:nvPr/>
        </p:nvSpPr>
        <p:spPr>
          <a:xfrm>
            <a:off x="2900272" y="948440"/>
            <a:ext cx="3804457" cy="808200"/>
          </a:xfrm>
          <a:prstGeom prst="roundRect">
            <a:avLst>
              <a:gd name="adj" fmla="val 31653"/>
            </a:avLst>
          </a:prstGeom>
          <a:solidFill>
            <a:schemeClr val="lt2"/>
          </a:solidFill>
          <a:ln w="9525" cap="flat" cmpd="sng">
            <a:solidFill>
              <a:srgbClr val="D2D6FF"/>
            </a:solidFill>
            <a:prstDash val="solid"/>
            <a:round/>
            <a:headEnd type="none" w="sm" len="sm"/>
            <a:tailEnd type="none" w="sm" len="sm"/>
          </a:ln>
          <a:effectLst>
            <a:outerShdw blurRad="57150" dist="47625" dir="5400000" algn="bl" rotWithShape="0">
              <a:schemeClr val="dk1">
                <a:alpha val="24000"/>
              </a:schemeClr>
            </a:outerShdw>
          </a:effectLst>
        </p:spPr>
        <p:txBody>
          <a:bodyPr spcFirstLastPara="1" wrap="square" lIns="91425" tIns="91425" rIns="91425" bIns="91425" anchor="ctr" anchorCtr="0">
            <a:noAutofit/>
          </a:bodyPr>
          <a:lstStyle/>
          <a:p>
            <a:pPr algn="ctr"/>
            <a:r>
              <a:rPr lang="en-IN" sz="2000" b="1" dirty="0">
                <a:solidFill>
                  <a:schemeClr val="tx1">
                    <a:lumMod val="50000"/>
                  </a:schemeClr>
                </a:solidFill>
                <a:latin typeface="Orbitron"/>
              </a:rPr>
              <a:t>Run Time Polymorphism (</a:t>
            </a:r>
            <a:r>
              <a:rPr lang="en-US" sz="2000" b="1" dirty="0">
                <a:solidFill>
                  <a:schemeClr val="tx1">
                    <a:lumMod val="50000"/>
                  </a:schemeClr>
                </a:solidFill>
                <a:latin typeface="Orbitron"/>
              </a:rPr>
              <a:t>Overriding</a:t>
            </a:r>
            <a:r>
              <a:rPr lang="en-IN" sz="2000" b="1" dirty="0">
                <a:solidFill>
                  <a:schemeClr val="tx1">
                    <a:lumMod val="50000"/>
                  </a:schemeClr>
                </a:solidFill>
                <a:latin typeface="Orbitron"/>
              </a:rPr>
              <a:t>)</a:t>
            </a:r>
          </a:p>
        </p:txBody>
      </p:sp>
      <p:grpSp>
        <p:nvGrpSpPr>
          <p:cNvPr id="1596" name="Google Shape;1596;p78"/>
          <p:cNvGrpSpPr/>
          <p:nvPr/>
        </p:nvGrpSpPr>
        <p:grpSpPr>
          <a:xfrm>
            <a:off x="6782222" y="3381976"/>
            <a:ext cx="1514782" cy="1006855"/>
            <a:chOff x="4981963" y="3755000"/>
            <a:chExt cx="1001575" cy="735575"/>
          </a:xfrm>
        </p:grpSpPr>
        <p:sp>
          <p:nvSpPr>
            <p:cNvPr id="1597" name="Google Shape;1597;p78"/>
            <p:cNvSpPr/>
            <p:nvPr/>
          </p:nvSpPr>
          <p:spPr>
            <a:xfrm>
              <a:off x="4981963" y="3755000"/>
              <a:ext cx="1001575" cy="735575"/>
            </a:xfrm>
            <a:custGeom>
              <a:avLst/>
              <a:gdLst/>
              <a:ahLst/>
              <a:cxnLst/>
              <a:rect l="l" t="t" r="r" b="b"/>
              <a:pathLst>
                <a:path w="40063" h="29423" extrusionOk="0">
                  <a:moveTo>
                    <a:pt x="1916" y="0"/>
                  </a:moveTo>
                  <a:cubicBezTo>
                    <a:pt x="852" y="0"/>
                    <a:pt x="1" y="882"/>
                    <a:pt x="1" y="1945"/>
                  </a:cubicBezTo>
                  <a:lnTo>
                    <a:pt x="1" y="27478"/>
                  </a:lnTo>
                  <a:cubicBezTo>
                    <a:pt x="1" y="28541"/>
                    <a:pt x="852" y="29423"/>
                    <a:pt x="1916" y="29423"/>
                  </a:cubicBezTo>
                  <a:lnTo>
                    <a:pt x="38148" y="29423"/>
                  </a:lnTo>
                  <a:cubicBezTo>
                    <a:pt x="39211" y="29423"/>
                    <a:pt x="40063" y="28541"/>
                    <a:pt x="40063" y="27478"/>
                  </a:cubicBezTo>
                  <a:lnTo>
                    <a:pt x="40063" y="1976"/>
                  </a:lnTo>
                  <a:cubicBezTo>
                    <a:pt x="40063" y="882"/>
                    <a:pt x="39211" y="0"/>
                    <a:pt x="38148" y="0"/>
                  </a:cubicBezTo>
                  <a:close/>
                </a:path>
              </a:pathLst>
            </a:custGeom>
            <a:solidFill>
              <a:schemeClr val="dk2"/>
            </a:solidFill>
            <a:ln>
              <a:noFill/>
            </a:ln>
            <a:effectLst>
              <a:outerShdw blurRad="57150" dist="76200" dir="5400000" algn="bl" rotWithShape="0">
                <a:schemeClr val="dk1">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78"/>
            <p:cNvSpPr/>
            <p:nvPr/>
          </p:nvSpPr>
          <p:spPr>
            <a:xfrm>
              <a:off x="5092913" y="3848450"/>
              <a:ext cx="357950" cy="289550"/>
            </a:xfrm>
            <a:custGeom>
              <a:avLst/>
              <a:gdLst/>
              <a:ahLst/>
              <a:cxnLst/>
              <a:rect l="l" t="t" r="r" b="b"/>
              <a:pathLst>
                <a:path w="14318" h="11582" extrusionOk="0">
                  <a:moveTo>
                    <a:pt x="791" y="1"/>
                  </a:moveTo>
                  <a:cubicBezTo>
                    <a:pt x="335" y="1"/>
                    <a:pt x="1" y="365"/>
                    <a:pt x="1" y="791"/>
                  </a:cubicBezTo>
                  <a:lnTo>
                    <a:pt x="1" y="10791"/>
                  </a:lnTo>
                  <a:cubicBezTo>
                    <a:pt x="1" y="11247"/>
                    <a:pt x="366" y="11581"/>
                    <a:pt x="791" y="11581"/>
                  </a:cubicBezTo>
                  <a:lnTo>
                    <a:pt x="13527" y="11581"/>
                  </a:lnTo>
                  <a:cubicBezTo>
                    <a:pt x="13952" y="11581"/>
                    <a:pt x="14287" y="11247"/>
                    <a:pt x="14317" y="10791"/>
                  </a:cubicBezTo>
                  <a:lnTo>
                    <a:pt x="14317" y="791"/>
                  </a:lnTo>
                  <a:cubicBezTo>
                    <a:pt x="14317" y="335"/>
                    <a:pt x="13952" y="1"/>
                    <a:pt x="13527" y="1"/>
                  </a:cubicBezTo>
                  <a:close/>
                </a:path>
              </a:pathLst>
            </a:custGeom>
            <a:solidFill>
              <a:schemeClr val="accent1"/>
            </a:solidFill>
            <a:ln>
              <a:noFill/>
            </a:ln>
            <a:effectLst>
              <a:outerShdw blurRad="57150" dist="7620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78"/>
            <p:cNvSpPr/>
            <p:nvPr/>
          </p:nvSpPr>
          <p:spPr>
            <a:xfrm>
              <a:off x="5092913" y="4207125"/>
              <a:ext cx="779675" cy="30425"/>
            </a:xfrm>
            <a:custGeom>
              <a:avLst/>
              <a:gdLst/>
              <a:ahLst/>
              <a:cxnLst/>
              <a:rect l="l" t="t" r="r" b="b"/>
              <a:pathLst>
                <a:path w="31187" h="1217" extrusionOk="0">
                  <a:moveTo>
                    <a:pt x="609" y="0"/>
                  </a:moveTo>
                  <a:cubicBezTo>
                    <a:pt x="274" y="0"/>
                    <a:pt x="1" y="274"/>
                    <a:pt x="1" y="608"/>
                  </a:cubicBezTo>
                  <a:cubicBezTo>
                    <a:pt x="1" y="973"/>
                    <a:pt x="274" y="1216"/>
                    <a:pt x="609" y="1216"/>
                  </a:cubicBezTo>
                  <a:lnTo>
                    <a:pt x="30579" y="1216"/>
                  </a:lnTo>
                  <a:cubicBezTo>
                    <a:pt x="30913" y="1216"/>
                    <a:pt x="31187" y="973"/>
                    <a:pt x="31187" y="608"/>
                  </a:cubicBezTo>
                  <a:cubicBezTo>
                    <a:pt x="31187" y="274"/>
                    <a:pt x="30913" y="0"/>
                    <a:pt x="30579" y="0"/>
                  </a:cubicBezTo>
                  <a:close/>
                </a:path>
              </a:pathLst>
            </a:custGeom>
            <a:solidFill>
              <a:schemeClr val="lt1"/>
            </a:solidFill>
            <a:ln>
              <a:noFill/>
            </a:ln>
            <a:effectLst>
              <a:outerShdw blurRad="57150" dist="57150" dir="5400000" algn="bl" rotWithShape="0">
                <a:schemeClr val="dk1">
                  <a:alpha val="2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78"/>
            <p:cNvSpPr/>
            <p:nvPr/>
          </p:nvSpPr>
          <p:spPr>
            <a:xfrm>
              <a:off x="5092913" y="4286900"/>
              <a:ext cx="779675" cy="30425"/>
            </a:xfrm>
            <a:custGeom>
              <a:avLst/>
              <a:gdLst/>
              <a:ahLst/>
              <a:cxnLst/>
              <a:rect l="l" t="t" r="r" b="b"/>
              <a:pathLst>
                <a:path w="31187" h="1217" extrusionOk="0">
                  <a:moveTo>
                    <a:pt x="609" y="1"/>
                  </a:moveTo>
                  <a:cubicBezTo>
                    <a:pt x="274" y="1"/>
                    <a:pt x="1" y="275"/>
                    <a:pt x="1" y="609"/>
                  </a:cubicBezTo>
                  <a:cubicBezTo>
                    <a:pt x="1" y="974"/>
                    <a:pt x="274" y="1217"/>
                    <a:pt x="609" y="1217"/>
                  </a:cubicBezTo>
                  <a:lnTo>
                    <a:pt x="30579" y="1217"/>
                  </a:lnTo>
                  <a:cubicBezTo>
                    <a:pt x="30913" y="1217"/>
                    <a:pt x="31187" y="913"/>
                    <a:pt x="31187" y="609"/>
                  </a:cubicBezTo>
                  <a:cubicBezTo>
                    <a:pt x="31187" y="275"/>
                    <a:pt x="30913" y="1"/>
                    <a:pt x="30579" y="1"/>
                  </a:cubicBezTo>
                  <a:close/>
                </a:path>
              </a:pathLst>
            </a:custGeom>
            <a:solidFill>
              <a:schemeClr val="lt1"/>
            </a:solidFill>
            <a:ln>
              <a:noFill/>
            </a:ln>
            <a:effectLst>
              <a:outerShdw blurRad="57150" dist="57150" dir="5400000" algn="bl" rotWithShape="0">
                <a:schemeClr val="dk1">
                  <a:alpha val="2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78"/>
            <p:cNvSpPr/>
            <p:nvPr/>
          </p:nvSpPr>
          <p:spPr>
            <a:xfrm>
              <a:off x="5092913" y="4365950"/>
              <a:ext cx="295625" cy="30400"/>
            </a:xfrm>
            <a:custGeom>
              <a:avLst/>
              <a:gdLst/>
              <a:ahLst/>
              <a:cxnLst/>
              <a:rect l="l" t="t" r="r" b="b"/>
              <a:pathLst>
                <a:path w="11825" h="1216" extrusionOk="0">
                  <a:moveTo>
                    <a:pt x="609" y="0"/>
                  </a:moveTo>
                  <a:cubicBezTo>
                    <a:pt x="274" y="0"/>
                    <a:pt x="1" y="274"/>
                    <a:pt x="1" y="608"/>
                  </a:cubicBezTo>
                  <a:cubicBezTo>
                    <a:pt x="1" y="942"/>
                    <a:pt x="274" y="1216"/>
                    <a:pt x="609" y="1216"/>
                  </a:cubicBezTo>
                  <a:lnTo>
                    <a:pt x="11217" y="1216"/>
                  </a:lnTo>
                  <a:cubicBezTo>
                    <a:pt x="11551" y="1216"/>
                    <a:pt x="11825" y="942"/>
                    <a:pt x="11825" y="608"/>
                  </a:cubicBezTo>
                  <a:cubicBezTo>
                    <a:pt x="11825" y="274"/>
                    <a:pt x="11551" y="0"/>
                    <a:pt x="11217" y="0"/>
                  </a:cubicBezTo>
                  <a:close/>
                </a:path>
              </a:pathLst>
            </a:custGeom>
            <a:solidFill>
              <a:schemeClr val="lt1"/>
            </a:solidFill>
            <a:ln>
              <a:noFill/>
            </a:ln>
            <a:effectLst>
              <a:outerShdw blurRad="57150" dist="57150" dir="5400000" algn="bl" rotWithShape="0">
                <a:schemeClr val="dk1">
                  <a:alpha val="21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78"/>
            <p:cNvSpPr/>
            <p:nvPr/>
          </p:nvSpPr>
          <p:spPr>
            <a:xfrm>
              <a:off x="5515413" y="3848450"/>
              <a:ext cx="357950" cy="289550"/>
            </a:xfrm>
            <a:custGeom>
              <a:avLst/>
              <a:gdLst/>
              <a:ahLst/>
              <a:cxnLst/>
              <a:rect l="l" t="t" r="r" b="b"/>
              <a:pathLst>
                <a:path w="14318" h="11582" extrusionOk="0">
                  <a:moveTo>
                    <a:pt x="791" y="1"/>
                  </a:moveTo>
                  <a:cubicBezTo>
                    <a:pt x="335" y="1"/>
                    <a:pt x="1" y="365"/>
                    <a:pt x="1" y="791"/>
                  </a:cubicBezTo>
                  <a:lnTo>
                    <a:pt x="1" y="10791"/>
                  </a:lnTo>
                  <a:cubicBezTo>
                    <a:pt x="1" y="11247"/>
                    <a:pt x="396" y="11581"/>
                    <a:pt x="791" y="11581"/>
                  </a:cubicBezTo>
                  <a:lnTo>
                    <a:pt x="13527" y="11581"/>
                  </a:lnTo>
                  <a:cubicBezTo>
                    <a:pt x="13952" y="11581"/>
                    <a:pt x="14287" y="11247"/>
                    <a:pt x="14317" y="10791"/>
                  </a:cubicBezTo>
                  <a:lnTo>
                    <a:pt x="14317" y="791"/>
                  </a:lnTo>
                  <a:cubicBezTo>
                    <a:pt x="14317" y="335"/>
                    <a:pt x="13952" y="1"/>
                    <a:pt x="13527" y="1"/>
                  </a:cubicBezTo>
                  <a:close/>
                </a:path>
              </a:pathLst>
            </a:custGeom>
            <a:solidFill>
              <a:schemeClr val="accent3"/>
            </a:solidFill>
            <a:ln>
              <a:noFill/>
            </a:ln>
            <a:effectLst>
              <a:outerShdw blurRad="57150" dist="76200" dir="5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3" name="Google Shape;1603;p78"/>
          <p:cNvGrpSpPr/>
          <p:nvPr/>
        </p:nvGrpSpPr>
        <p:grpSpPr>
          <a:xfrm flipH="1">
            <a:off x="7908792" y="2620556"/>
            <a:ext cx="789081" cy="515055"/>
            <a:chOff x="4842900" y="2922987"/>
            <a:chExt cx="436632" cy="284986"/>
          </a:xfrm>
        </p:grpSpPr>
        <p:sp>
          <p:nvSpPr>
            <p:cNvPr id="1604" name="Google Shape;1604;p78"/>
            <p:cNvSpPr/>
            <p:nvPr/>
          </p:nvSpPr>
          <p:spPr>
            <a:xfrm>
              <a:off x="4842900" y="2922987"/>
              <a:ext cx="436632" cy="284986"/>
            </a:xfrm>
            <a:custGeom>
              <a:avLst/>
              <a:gdLst/>
              <a:ahLst/>
              <a:cxnLst/>
              <a:rect l="l" t="t" r="r" b="b"/>
              <a:pathLst>
                <a:path w="35922" h="23446" extrusionOk="0">
                  <a:moveTo>
                    <a:pt x="3448" y="1"/>
                  </a:moveTo>
                  <a:cubicBezTo>
                    <a:pt x="1555" y="1"/>
                    <a:pt x="0" y="1538"/>
                    <a:pt x="0" y="3432"/>
                  </a:cubicBezTo>
                  <a:lnTo>
                    <a:pt x="0" y="15552"/>
                  </a:lnTo>
                  <a:cubicBezTo>
                    <a:pt x="0" y="17446"/>
                    <a:pt x="1555" y="18983"/>
                    <a:pt x="3448" y="18983"/>
                  </a:cubicBezTo>
                  <a:lnTo>
                    <a:pt x="24950" y="18983"/>
                  </a:lnTo>
                  <a:lnTo>
                    <a:pt x="29074" y="23446"/>
                  </a:lnTo>
                  <a:lnTo>
                    <a:pt x="29074" y="18983"/>
                  </a:lnTo>
                  <a:lnTo>
                    <a:pt x="32473" y="18983"/>
                  </a:lnTo>
                  <a:cubicBezTo>
                    <a:pt x="34382" y="18983"/>
                    <a:pt x="35921" y="17446"/>
                    <a:pt x="35921" y="15552"/>
                  </a:cubicBezTo>
                  <a:lnTo>
                    <a:pt x="35921" y="3432"/>
                  </a:lnTo>
                  <a:cubicBezTo>
                    <a:pt x="35921" y="1538"/>
                    <a:pt x="34382" y="1"/>
                    <a:pt x="32473" y="1"/>
                  </a:cubicBezTo>
                  <a:close/>
                </a:path>
              </a:pathLst>
            </a:custGeom>
            <a:gradFill>
              <a:gsLst>
                <a:gs pos="0">
                  <a:srgbClr val="BBF6F4"/>
                </a:gs>
                <a:gs pos="100000">
                  <a:srgbClr val="4EE0DB"/>
                </a:gs>
              </a:gsLst>
              <a:lin ang="5400012" scaled="0"/>
            </a:gra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8"/>
            <p:cNvSpPr/>
            <p:nvPr/>
          </p:nvSpPr>
          <p:spPr>
            <a:xfrm>
              <a:off x="4917676" y="3006198"/>
              <a:ext cx="287065" cy="60824"/>
            </a:xfrm>
            <a:custGeom>
              <a:avLst/>
              <a:gdLst/>
              <a:ahLst/>
              <a:cxnLst/>
              <a:rect l="l" t="t" r="r" b="b"/>
              <a:pathLst>
                <a:path w="23617" h="5004" extrusionOk="0">
                  <a:moveTo>
                    <a:pt x="2503" y="0"/>
                  </a:moveTo>
                  <a:cubicBezTo>
                    <a:pt x="1117" y="0"/>
                    <a:pt x="1" y="1116"/>
                    <a:pt x="1" y="2502"/>
                  </a:cubicBezTo>
                  <a:cubicBezTo>
                    <a:pt x="1" y="3888"/>
                    <a:pt x="1117" y="5004"/>
                    <a:pt x="2503" y="5004"/>
                  </a:cubicBezTo>
                  <a:cubicBezTo>
                    <a:pt x="3873" y="5004"/>
                    <a:pt x="4988" y="3888"/>
                    <a:pt x="4988" y="2502"/>
                  </a:cubicBezTo>
                  <a:cubicBezTo>
                    <a:pt x="4988" y="1116"/>
                    <a:pt x="3873" y="0"/>
                    <a:pt x="2503" y="0"/>
                  </a:cubicBezTo>
                  <a:close/>
                  <a:moveTo>
                    <a:pt x="11817" y="0"/>
                  </a:moveTo>
                  <a:cubicBezTo>
                    <a:pt x="10431" y="0"/>
                    <a:pt x="9316" y="1116"/>
                    <a:pt x="9316" y="2502"/>
                  </a:cubicBezTo>
                  <a:cubicBezTo>
                    <a:pt x="9316" y="3888"/>
                    <a:pt x="10431" y="5004"/>
                    <a:pt x="11817" y="5004"/>
                  </a:cubicBezTo>
                  <a:cubicBezTo>
                    <a:pt x="13186" y="5004"/>
                    <a:pt x="14301" y="3888"/>
                    <a:pt x="14301" y="2502"/>
                  </a:cubicBezTo>
                  <a:cubicBezTo>
                    <a:pt x="14301" y="1116"/>
                    <a:pt x="13186" y="0"/>
                    <a:pt x="11817" y="0"/>
                  </a:cubicBezTo>
                  <a:close/>
                  <a:moveTo>
                    <a:pt x="21131" y="0"/>
                  </a:moveTo>
                  <a:cubicBezTo>
                    <a:pt x="19744" y="0"/>
                    <a:pt x="18629" y="1116"/>
                    <a:pt x="18629" y="2502"/>
                  </a:cubicBezTo>
                  <a:cubicBezTo>
                    <a:pt x="18629" y="3888"/>
                    <a:pt x="19744" y="5004"/>
                    <a:pt x="21131" y="5004"/>
                  </a:cubicBezTo>
                  <a:cubicBezTo>
                    <a:pt x="22500" y="5004"/>
                    <a:pt x="23616" y="3888"/>
                    <a:pt x="23616" y="2502"/>
                  </a:cubicBezTo>
                  <a:cubicBezTo>
                    <a:pt x="23616" y="1116"/>
                    <a:pt x="22500" y="0"/>
                    <a:pt x="21131" y="0"/>
                  </a:cubicBezTo>
                  <a:close/>
                </a:path>
              </a:pathLst>
            </a:custGeom>
            <a:solidFill>
              <a:srgbClr val="FFFFFF"/>
            </a:soli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6" name="Google Shape;1606;p78"/>
          <p:cNvSpPr/>
          <p:nvPr/>
        </p:nvSpPr>
        <p:spPr>
          <a:xfrm>
            <a:off x="847750" y="4125125"/>
            <a:ext cx="356425" cy="355650"/>
          </a:xfrm>
          <a:custGeom>
            <a:avLst/>
            <a:gdLst/>
            <a:ahLst/>
            <a:cxnLst/>
            <a:rect l="l" t="t" r="r" b="b"/>
            <a:pathLst>
              <a:path w="14257" h="14226" extrusionOk="0">
                <a:moveTo>
                  <a:pt x="7160" y="4895"/>
                </a:moveTo>
                <a:cubicBezTo>
                  <a:pt x="8066" y="4895"/>
                  <a:pt x="8891" y="5467"/>
                  <a:pt x="9180" y="6383"/>
                </a:cubicBezTo>
                <a:cubicBezTo>
                  <a:pt x="9575" y="7508"/>
                  <a:pt x="8967" y="8724"/>
                  <a:pt x="7812" y="9119"/>
                </a:cubicBezTo>
                <a:cubicBezTo>
                  <a:pt x="7591" y="9191"/>
                  <a:pt x="7367" y="9225"/>
                  <a:pt x="7145" y="9225"/>
                </a:cubicBezTo>
                <a:cubicBezTo>
                  <a:pt x="6241" y="9225"/>
                  <a:pt x="5394" y="8655"/>
                  <a:pt x="5077" y="7751"/>
                </a:cubicBezTo>
                <a:cubicBezTo>
                  <a:pt x="4712" y="6596"/>
                  <a:pt x="5320" y="5380"/>
                  <a:pt x="6444" y="5016"/>
                </a:cubicBezTo>
                <a:cubicBezTo>
                  <a:pt x="6683" y="4934"/>
                  <a:pt x="6924" y="4895"/>
                  <a:pt x="7160" y="4895"/>
                </a:cubicBezTo>
                <a:close/>
                <a:moveTo>
                  <a:pt x="6080" y="0"/>
                </a:moveTo>
                <a:lnTo>
                  <a:pt x="3526" y="851"/>
                </a:lnTo>
                <a:lnTo>
                  <a:pt x="4226" y="2827"/>
                </a:lnTo>
                <a:cubicBezTo>
                  <a:pt x="3830" y="3101"/>
                  <a:pt x="3526" y="3374"/>
                  <a:pt x="3222" y="3709"/>
                </a:cubicBezTo>
                <a:lnTo>
                  <a:pt x="1368" y="2797"/>
                </a:lnTo>
                <a:lnTo>
                  <a:pt x="183" y="5228"/>
                </a:lnTo>
                <a:lnTo>
                  <a:pt x="2037" y="6140"/>
                </a:lnTo>
                <a:cubicBezTo>
                  <a:pt x="1976" y="6566"/>
                  <a:pt x="1946" y="7022"/>
                  <a:pt x="1976" y="7478"/>
                </a:cubicBezTo>
                <a:lnTo>
                  <a:pt x="0" y="8146"/>
                </a:lnTo>
                <a:lnTo>
                  <a:pt x="852" y="10700"/>
                </a:lnTo>
                <a:lnTo>
                  <a:pt x="2827" y="10031"/>
                </a:lnTo>
                <a:cubicBezTo>
                  <a:pt x="3101" y="10396"/>
                  <a:pt x="3374" y="10700"/>
                  <a:pt x="3709" y="11004"/>
                </a:cubicBezTo>
                <a:lnTo>
                  <a:pt x="2797" y="12858"/>
                </a:lnTo>
                <a:lnTo>
                  <a:pt x="5229" y="14043"/>
                </a:lnTo>
                <a:lnTo>
                  <a:pt x="6140" y="12189"/>
                </a:lnTo>
                <a:cubicBezTo>
                  <a:pt x="6441" y="12232"/>
                  <a:pt x="6757" y="12275"/>
                  <a:pt x="7078" y="12275"/>
                </a:cubicBezTo>
                <a:cubicBezTo>
                  <a:pt x="7211" y="12275"/>
                  <a:pt x="7344" y="12268"/>
                  <a:pt x="7478" y="12250"/>
                </a:cubicBezTo>
                <a:lnTo>
                  <a:pt x="8147" y="14225"/>
                </a:lnTo>
                <a:lnTo>
                  <a:pt x="10700" y="13374"/>
                </a:lnTo>
                <a:lnTo>
                  <a:pt x="10031" y="11399"/>
                </a:lnTo>
                <a:cubicBezTo>
                  <a:pt x="10396" y="11125"/>
                  <a:pt x="10700" y="10852"/>
                  <a:pt x="11004" y="10517"/>
                </a:cubicBezTo>
                <a:lnTo>
                  <a:pt x="12858" y="11429"/>
                </a:lnTo>
                <a:lnTo>
                  <a:pt x="14043" y="8997"/>
                </a:lnTo>
                <a:lnTo>
                  <a:pt x="12189" y="8086"/>
                </a:lnTo>
                <a:cubicBezTo>
                  <a:pt x="12280" y="7660"/>
                  <a:pt x="12311" y="7204"/>
                  <a:pt x="12280" y="6748"/>
                </a:cubicBezTo>
                <a:lnTo>
                  <a:pt x="14256" y="6079"/>
                </a:lnTo>
                <a:lnTo>
                  <a:pt x="13375" y="3526"/>
                </a:lnTo>
                <a:lnTo>
                  <a:pt x="11399" y="4195"/>
                </a:lnTo>
                <a:cubicBezTo>
                  <a:pt x="11125" y="3830"/>
                  <a:pt x="10852" y="3526"/>
                  <a:pt x="10517" y="3222"/>
                </a:cubicBezTo>
                <a:lnTo>
                  <a:pt x="11429" y="1368"/>
                </a:lnTo>
                <a:lnTo>
                  <a:pt x="8998" y="183"/>
                </a:lnTo>
                <a:lnTo>
                  <a:pt x="8086" y="2037"/>
                </a:lnTo>
                <a:cubicBezTo>
                  <a:pt x="7785" y="1994"/>
                  <a:pt x="7469" y="1951"/>
                  <a:pt x="7148" y="1951"/>
                </a:cubicBezTo>
                <a:cubicBezTo>
                  <a:pt x="7015" y="1951"/>
                  <a:pt x="6882" y="1958"/>
                  <a:pt x="6748" y="1976"/>
                </a:cubicBezTo>
                <a:lnTo>
                  <a:pt x="60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78"/>
          <p:cNvSpPr/>
          <p:nvPr/>
        </p:nvSpPr>
        <p:spPr>
          <a:xfrm>
            <a:off x="8077075" y="801150"/>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78"/>
          <p:cNvSpPr txBox="1">
            <a:spLocks noGrp="1"/>
          </p:cNvSpPr>
          <p:nvPr>
            <p:ph type="title" idx="2"/>
          </p:nvPr>
        </p:nvSpPr>
        <p:spPr>
          <a:xfrm>
            <a:off x="1639207" y="935175"/>
            <a:ext cx="969000" cy="7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6" name="TextBox 5">
            <a:extLst>
              <a:ext uri="{FF2B5EF4-FFF2-40B4-BE49-F238E27FC236}">
                <a16:creationId xmlns:a16="http://schemas.microsoft.com/office/drawing/2014/main" id="{2B549819-18E7-8853-B77B-0D34590F430F}"/>
              </a:ext>
            </a:extLst>
          </p:cNvPr>
          <p:cNvSpPr txBox="1"/>
          <p:nvPr/>
        </p:nvSpPr>
        <p:spPr>
          <a:xfrm>
            <a:off x="2086550" y="1856891"/>
            <a:ext cx="4728338" cy="3139321"/>
          </a:xfrm>
          <a:prstGeom prst="rect">
            <a:avLst/>
          </a:prstGeom>
          <a:noFill/>
        </p:spPr>
        <p:txBody>
          <a:bodyPr wrap="square" rtlCol="0">
            <a:spAutoFit/>
          </a:bodyPr>
          <a:lstStyle/>
          <a:p>
            <a:pPr marL="285750" indent="-285750" algn="just">
              <a:buFont typeface="Arial" panose="020B0604020202020204" pitchFamily="34" charset="0"/>
              <a:buChar char="•"/>
            </a:pPr>
            <a:r>
              <a:rPr lang="en-US" sz="1800" dirty="0"/>
              <a:t>Runtime polymorphism is also known as dynamic polymorphism</a:t>
            </a:r>
            <a:endParaRPr lang="en-IN" sz="1000" dirty="0"/>
          </a:p>
          <a:p>
            <a:pPr marL="285750" indent="-285750" algn="just">
              <a:buFont typeface="Arial" panose="020B0604020202020204" pitchFamily="34" charset="0"/>
              <a:buChar char="•"/>
            </a:pPr>
            <a:r>
              <a:rPr lang="en-US" sz="1800" dirty="0"/>
              <a:t>Runtime polymorphism occurs when a subclass provides a specific implementation of a method that is already defined in its superclass. The method in the subclass is said to override the method in the superclass.</a:t>
            </a:r>
          </a:p>
          <a:p>
            <a:pPr marL="285750" indent="-285750" algn="just">
              <a:buFont typeface="Arial" panose="020B0604020202020204" pitchFamily="34" charset="0"/>
              <a:buChar char="•"/>
            </a:pPr>
            <a:r>
              <a:rPr lang="en-US" sz="1800" dirty="0"/>
              <a:t>Run Time polymorphism is achieved by </a:t>
            </a:r>
            <a:r>
              <a:rPr lang="en-US" sz="1800" b="1" dirty="0"/>
              <a:t>method overriding </a:t>
            </a:r>
            <a:endParaRPr lang="en-IN" sz="1800" b="1" dirty="0"/>
          </a:p>
          <a:p>
            <a:pPr marL="285750" indent="-285750" algn="just">
              <a:buFont typeface="Arial" panose="020B0604020202020204" pitchFamily="34" charset="0"/>
              <a:buChar char="•"/>
            </a:pPr>
            <a:endParaRPr lang="en-IN" sz="1800" dirty="0"/>
          </a:p>
        </p:txBody>
      </p:sp>
    </p:spTree>
    <p:extLst>
      <p:ext uri="{BB962C8B-B14F-4D97-AF65-F5344CB8AC3E}">
        <p14:creationId xmlns:p14="http://schemas.microsoft.com/office/powerpoint/2010/main" val="1519316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800" fill="hold"/>
                                        <p:tgtEl>
                                          <p:spTgt spid="1607"/>
                                        </p:tgtEl>
                                        <p:attrNameLst>
                                          <p:attrName>r</p:attrName>
                                        </p:attrNameLst>
                                      </p:cBhvr>
                                    </p:animRot>
                                  </p:childTnLst>
                                </p:cTn>
                              </p:par>
                              <p:par>
                                <p:cTn id="7" presetID="8" presetClass="emph" presetSubtype="0" fill="hold" nodeType="withEffect">
                                  <p:stCondLst>
                                    <p:cond delay="0"/>
                                  </p:stCondLst>
                                  <p:childTnLst>
                                    <p:animRot by="-21600000">
                                      <p:cBhvr>
                                        <p:cTn id="8" dur="800" fill="hold"/>
                                        <p:tgtEl>
                                          <p:spTgt spid="1606"/>
                                        </p:tgtEl>
                                        <p:attrNameLst>
                                          <p:attrName>r</p:attrName>
                                        </p:attrNameLst>
                                      </p:cBhvr>
                                    </p:animRot>
                                  </p:childTnLst>
                                </p:cTn>
                              </p:par>
                            </p:childTnLst>
                          </p:cTn>
                        </p:par>
                        <p:par>
                          <p:cTn id="9" fill="hold">
                            <p:stCondLst>
                              <p:cond delay="800"/>
                            </p:stCondLst>
                            <p:childTnLst>
                              <p:par>
                                <p:cTn id="10" presetID="53" presetClass="entr" presetSubtype="16" fill="hold" grpId="0" nodeType="afterEffect">
                                  <p:stCondLst>
                                    <p:cond delay="0"/>
                                  </p:stCondLst>
                                  <p:childTnLst>
                                    <p:set>
                                      <p:cBhvr>
                                        <p:cTn id="11" dur="1" fill="hold">
                                          <p:stCondLst>
                                            <p:cond delay="0"/>
                                          </p:stCondLst>
                                        </p:cTn>
                                        <p:tgtEl>
                                          <p:spTgt spid="1608"/>
                                        </p:tgtEl>
                                        <p:attrNameLst>
                                          <p:attrName>style.visibility</p:attrName>
                                        </p:attrNameLst>
                                      </p:cBhvr>
                                      <p:to>
                                        <p:strVal val="visible"/>
                                      </p:to>
                                    </p:set>
                                    <p:anim calcmode="lin" valueType="num">
                                      <p:cBhvr>
                                        <p:cTn id="12" dur="500" fill="hold"/>
                                        <p:tgtEl>
                                          <p:spTgt spid="1608"/>
                                        </p:tgtEl>
                                        <p:attrNameLst>
                                          <p:attrName>ppt_w</p:attrName>
                                        </p:attrNameLst>
                                      </p:cBhvr>
                                      <p:tavLst>
                                        <p:tav tm="0">
                                          <p:val>
                                            <p:fltVal val="0"/>
                                          </p:val>
                                        </p:tav>
                                        <p:tav tm="100000">
                                          <p:val>
                                            <p:strVal val="#ppt_w"/>
                                          </p:val>
                                        </p:tav>
                                      </p:tavLst>
                                    </p:anim>
                                    <p:anim calcmode="lin" valueType="num">
                                      <p:cBhvr>
                                        <p:cTn id="13" dur="500" fill="hold"/>
                                        <p:tgtEl>
                                          <p:spTgt spid="1608"/>
                                        </p:tgtEl>
                                        <p:attrNameLst>
                                          <p:attrName>ppt_h</p:attrName>
                                        </p:attrNameLst>
                                      </p:cBhvr>
                                      <p:tavLst>
                                        <p:tav tm="0">
                                          <p:val>
                                            <p:fltVal val="0"/>
                                          </p:val>
                                        </p:tav>
                                        <p:tav tm="100000">
                                          <p:val>
                                            <p:strVal val="#ppt_h"/>
                                          </p:val>
                                        </p:tav>
                                      </p:tavLst>
                                    </p:anim>
                                    <p:animEffect transition="in" filter="fade">
                                      <p:cBhvr>
                                        <p:cTn id="14" dur="500"/>
                                        <p:tgtEl>
                                          <p:spTgt spid="1608"/>
                                        </p:tgtEl>
                                      </p:cBhvr>
                                    </p:animEffect>
                                  </p:childTnLst>
                                </p:cTn>
                              </p:par>
                            </p:childTnLst>
                          </p:cTn>
                        </p:par>
                        <p:par>
                          <p:cTn id="15" fill="hold">
                            <p:stCondLst>
                              <p:cond delay="1300"/>
                            </p:stCondLst>
                            <p:childTnLst>
                              <p:par>
                                <p:cTn id="16" presetID="53" presetClass="entr" presetSubtype="16" fill="hold" grpId="0" nodeType="afterEffect">
                                  <p:stCondLst>
                                    <p:cond delay="0"/>
                                  </p:stCondLst>
                                  <p:childTnLst>
                                    <p:set>
                                      <p:cBhvr>
                                        <p:cTn id="17" dur="1" fill="hold">
                                          <p:stCondLst>
                                            <p:cond delay="0"/>
                                          </p:stCondLst>
                                        </p:cTn>
                                        <p:tgtEl>
                                          <p:spTgt spid="1593"/>
                                        </p:tgtEl>
                                        <p:attrNameLst>
                                          <p:attrName>style.visibility</p:attrName>
                                        </p:attrNameLst>
                                      </p:cBhvr>
                                      <p:to>
                                        <p:strVal val="visible"/>
                                      </p:to>
                                    </p:set>
                                    <p:anim calcmode="lin" valueType="num">
                                      <p:cBhvr>
                                        <p:cTn id="18" dur="500" fill="hold"/>
                                        <p:tgtEl>
                                          <p:spTgt spid="1593"/>
                                        </p:tgtEl>
                                        <p:attrNameLst>
                                          <p:attrName>ppt_w</p:attrName>
                                        </p:attrNameLst>
                                      </p:cBhvr>
                                      <p:tavLst>
                                        <p:tav tm="0">
                                          <p:val>
                                            <p:fltVal val="0"/>
                                          </p:val>
                                        </p:tav>
                                        <p:tav tm="100000">
                                          <p:val>
                                            <p:strVal val="#ppt_w"/>
                                          </p:val>
                                        </p:tav>
                                      </p:tavLst>
                                    </p:anim>
                                    <p:anim calcmode="lin" valueType="num">
                                      <p:cBhvr>
                                        <p:cTn id="19" dur="500" fill="hold"/>
                                        <p:tgtEl>
                                          <p:spTgt spid="1593"/>
                                        </p:tgtEl>
                                        <p:attrNameLst>
                                          <p:attrName>ppt_h</p:attrName>
                                        </p:attrNameLst>
                                      </p:cBhvr>
                                      <p:tavLst>
                                        <p:tav tm="0">
                                          <p:val>
                                            <p:fltVal val="0"/>
                                          </p:val>
                                        </p:tav>
                                        <p:tav tm="100000">
                                          <p:val>
                                            <p:strVal val="#ppt_h"/>
                                          </p:val>
                                        </p:tav>
                                      </p:tavLst>
                                    </p:anim>
                                    <p:animEffect transition="in" filter="fade">
                                      <p:cBhvr>
                                        <p:cTn id="20" dur="500"/>
                                        <p:tgtEl>
                                          <p:spTgt spid="159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 calcmode="lin" valueType="num">
                                      <p:cBhvr additive="base">
                                        <p:cTn id="3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additive="base">
                                        <p:cTn id="3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3" grpId="0" animBg="1"/>
      <p:bldP spid="160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7"/>
        <p:cNvGrpSpPr/>
        <p:nvPr/>
      </p:nvGrpSpPr>
      <p:grpSpPr>
        <a:xfrm>
          <a:off x="0" y="0"/>
          <a:ext cx="0" cy="0"/>
          <a:chOff x="0" y="0"/>
          <a:chExt cx="0" cy="0"/>
        </a:xfrm>
      </p:grpSpPr>
      <p:sp>
        <p:nvSpPr>
          <p:cNvPr id="2149" name="Google Shape;2149;p92"/>
          <p:cNvSpPr/>
          <p:nvPr/>
        </p:nvSpPr>
        <p:spPr>
          <a:xfrm>
            <a:off x="8363468" y="4454898"/>
            <a:ext cx="250775" cy="250775"/>
          </a:xfrm>
          <a:custGeom>
            <a:avLst/>
            <a:gdLst/>
            <a:ahLst/>
            <a:cxnLst/>
            <a:rect l="l" t="t" r="r" b="b"/>
            <a:pathLst>
              <a:path w="10031" h="10031" extrusionOk="0">
                <a:moveTo>
                  <a:pt x="5047" y="3455"/>
                </a:moveTo>
                <a:cubicBezTo>
                  <a:pt x="5309" y="3455"/>
                  <a:pt x="5573" y="3526"/>
                  <a:pt x="5806" y="3678"/>
                </a:cubicBezTo>
                <a:cubicBezTo>
                  <a:pt x="6535" y="4134"/>
                  <a:pt x="6778" y="5046"/>
                  <a:pt x="6353" y="5775"/>
                </a:cubicBezTo>
                <a:cubicBezTo>
                  <a:pt x="6074" y="6254"/>
                  <a:pt x="5572" y="6523"/>
                  <a:pt x="5055" y="6523"/>
                </a:cubicBezTo>
                <a:cubicBezTo>
                  <a:pt x="4783" y="6523"/>
                  <a:pt x="4507" y="6449"/>
                  <a:pt x="4256" y="6292"/>
                </a:cubicBezTo>
                <a:cubicBezTo>
                  <a:pt x="3526" y="5897"/>
                  <a:pt x="3283" y="4924"/>
                  <a:pt x="3739" y="4225"/>
                </a:cubicBezTo>
                <a:cubicBezTo>
                  <a:pt x="4002" y="3739"/>
                  <a:pt x="4522" y="3455"/>
                  <a:pt x="5047" y="3455"/>
                </a:cubicBezTo>
                <a:close/>
                <a:moveTo>
                  <a:pt x="4681" y="0"/>
                </a:moveTo>
                <a:lnTo>
                  <a:pt x="2857" y="456"/>
                </a:lnTo>
                <a:lnTo>
                  <a:pt x="3222" y="1854"/>
                </a:lnTo>
                <a:cubicBezTo>
                  <a:pt x="2979" y="2006"/>
                  <a:pt x="2705" y="2189"/>
                  <a:pt x="2462" y="2432"/>
                </a:cubicBezTo>
                <a:lnTo>
                  <a:pt x="1216" y="1672"/>
                </a:lnTo>
                <a:lnTo>
                  <a:pt x="274" y="3313"/>
                </a:lnTo>
                <a:lnTo>
                  <a:pt x="1520" y="4073"/>
                </a:lnTo>
                <a:cubicBezTo>
                  <a:pt x="1459" y="4377"/>
                  <a:pt x="1398" y="4681"/>
                  <a:pt x="1398" y="4985"/>
                </a:cubicBezTo>
                <a:lnTo>
                  <a:pt x="0" y="5350"/>
                </a:lnTo>
                <a:lnTo>
                  <a:pt x="456" y="7173"/>
                </a:lnTo>
                <a:lnTo>
                  <a:pt x="1854" y="6809"/>
                </a:lnTo>
                <a:cubicBezTo>
                  <a:pt x="2006" y="7052"/>
                  <a:pt x="2189" y="7325"/>
                  <a:pt x="2432" y="7569"/>
                </a:cubicBezTo>
                <a:lnTo>
                  <a:pt x="1672" y="8815"/>
                </a:lnTo>
                <a:lnTo>
                  <a:pt x="3313" y="9757"/>
                </a:lnTo>
                <a:lnTo>
                  <a:pt x="4073" y="8511"/>
                </a:lnTo>
                <a:cubicBezTo>
                  <a:pt x="4377" y="8572"/>
                  <a:pt x="4681" y="8632"/>
                  <a:pt x="4985" y="8632"/>
                </a:cubicBezTo>
                <a:lnTo>
                  <a:pt x="5350" y="10031"/>
                </a:lnTo>
                <a:lnTo>
                  <a:pt x="7174" y="9575"/>
                </a:lnTo>
                <a:lnTo>
                  <a:pt x="6809" y="8176"/>
                </a:lnTo>
                <a:cubicBezTo>
                  <a:pt x="7052" y="8024"/>
                  <a:pt x="7326" y="7812"/>
                  <a:pt x="7569" y="7599"/>
                </a:cubicBezTo>
                <a:lnTo>
                  <a:pt x="8815" y="8359"/>
                </a:lnTo>
                <a:lnTo>
                  <a:pt x="9757" y="6717"/>
                </a:lnTo>
                <a:lnTo>
                  <a:pt x="8511" y="5958"/>
                </a:lnTo>
                <a:cubicBezTo>
                  <a:pt x="8572" y="5654"/>
                  <a:pt x="8633" y="5350"/>
                  <a:pt x="8633" y="5046"/>
                </a:cubicBezTo>
                <a:lnTo>
                  <a:pt x="10031" y="4681"/>
                </a:lnTo>
                <a:lnTo>
                  <a:pt x="9575" y="2857"/>
                </a:lnTo>
                <a:lnTo>
                  <a:pt x="8177" y="3222"/>
                </a:lnTo>
                <a:cubicBezTo>
                  <a:pt x="8025" y="2948"/>
                  <a:pt x="7842" y="2705"/>
                  <a:pt x="7599" y="2462"/>
                </a:cubicBezTo>
                <a:lnTo>
                  <a:pt x="8359" y="1216"/>
                </a:lnTo>
                <a:lnTo>
                  <a:pt x="6718" y="274"/>
                </a:lnTo>
                <a:lnTo>
                  <a:pt x="5958" y="1520"/>
                </a:lnTo>
                <a:cubicBezTo>
                  <a:pt x="5654" y="1429"/>
                  <a:pt x="5350" y="1398"/>
                  <a:pt x="5046" y="1398"/>
                </a:cubicBezTo>
                <a:lnTo>
                  <a:pt x="4681" y="0"/>
                </a:lnTo>
                <a:close/>
              </a:path>
            </a:pathLst>
          </a:custGeom>
          <a:solidFill>
            <a:schemeClr val="accent5"/>
          </a:solidFill>
          <a:ln>
            <a:noFill/>
          </a:ln>
          <a:effectLst>
            <a:outerShdw blurRad="57150" dist="47625" dir="5400000" algn="bl" rotWithShape="0">
              <a:schemeClr val="dk1">
                <a:alpha val="1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Box 6">
            <a:extLst>
              <a:ext uri="{FF2B5EF4-FFF2-40B4-BE49-F238E27FC236}">
                <a16:creationId xmlns:a16="http://schemas.microsoft.com/office/drawing/2014/main" id="{EE47B524-BD3D-B981-2C8B-F885CC5610BB}"/>
              </a:ext>
            </a:extLst>
          </p:cNvPr>
          <p:cNvSpPr txBox="1"/>
          <p:nvPr/>
        </p:nvSpPr>
        <p:spPr>
          <a:xfrm>
            <a:off x="919337" y="712925"/>
            <a:ext cx="6829817" cy="4154984"/>
          </a:xfrm>
          <a:prstGeom prst="rect">
            <a:avLst/>
          </a:prstGeom>
          <a:noFill/>
        </p:spPr>
        <p:txBody>
          <a:bodyPr wrap="square" rtlCol="0">
            <a:spAutoFit/>
          </a:bodyPr>
          <a:lstStyle/>
          <a:p>
            <a:r>
              <a:rPr lang="en-IN" sz="1100" b="1" dirty="0"/>
              <a:t>class Shape {</a:t>
            </a:r>
          </a:p>
          <a:p>
            <a:r>
              <a:rPr lang="en-IN" sz="1100" b="1" dirty="0"/>
              <a:t>    void draw() {</a:t>
            </a:r>
          </a:p>
          <a:p>
            <a:r>
              <a:rPr lang="en-IN" sz="1100" b="1" dirty="0"/>
              <a:t>        </a:t>
            </a:r>
            <a:r>
              <a:rPr lang="en-IN" sz="1100" b="1" dirty="0" err="1"/>
              <a:t>System.out.println</a:t>
            </a:r>
            <a:r>
              <a:rPr lang="en-IN" sz="1100" b="1" dirty="0"/>
              <a:t>("Drawing a shape");</a:t>
            </a:r>
          </a:p>
          <a:p>
            <a:r>
              <a:rPr lang="en-IN" sz="1100" b="1" dirty="0"/>
              <a:t>    }</a:t>
            </a:r>
          </a:p>
          <a:p>
            <a:r>
              <a:rPr lang="en-IN" sz="1100" b="1" dirty="0"/>
              <a:t>}</a:t>
            </a:r>
          </a:p>
          <a:p>
            <a:r>
              <a:rPr lang="en-IN" sz="1100" b="1" dirty="0"/>
              <a:t>class Circle extends Shape {</a:t>
            </a:r>
          </a:p>
          <a:p>
            <a:r>
              <a:rPr lang="en-IN" sz="1100" b="1" dirty="0"/>
              <a:t>    void draw() {</a:t>
            </a:r>
          </a:p>
          <a:p>
            <a:r>
              <a:rPr lang="en-IN" sz="1100" b="1" dirty="0"/>
              <a:t>        </a:t>
            </a:r>
            <a:r>
              <a:rPr lang="en-IN" sz="1100" b="1" dirty="0" err="1"/>
              <a:t>System.out.println</a:t>
            </a:r>
            <a:r>
              <a:rPr lang="en-IN" sz="1100" b="1" dirty="0"/>
              <a:t>("Drawing a circle");</a:t>
            </a:r>
          </a:p>
          <a:p>
            <a:r>
              <a:rPr lang="en-IN" sz="1100" b="1" dirty="0"/>
              <a:t>    }</a:t>
            </a:r>
          </a:p>
          <a:p>
            <a:r>
              <a:rPr lang="en-IN" sz="1100" b="1" dirty="0"/>
              <a:t>}</a:t>
            </a:r>
          </a:p>
          <a:p>
            <a:r>
              <a:rPr lang="en-IN" sz="1100" b="1" dirty="0"/>
              <a:t>class Rectangle extends Shape {</a:t>
            </a:r>
          </a:p>
          <a:p>
            <a:r>
              <a:rPr lang="en-IN" sz="1100" b="1" dirty="0"/>
              <a:t>    void draw() {</a:t>
            </a:r>
          </a:p>
          <a:p>
            <a:r>
              <a:rPr lang="en-IN" sz="1100" b="1" dirty="0"/>
              <a:t>        </a:t>
            </a:r>
            <a:r>
              <a:rPr lang="en-IN" sz="1100" b="1" dirty="0" err="1"/>
              <a:t>System.out.println</a:t>
            </a:r>
            <a:r>
              <a:rPr lang="en-IN" sz="1100" b="1" dirty="0"/>
              <a:t>("Drawing a rectangle");</a:t>
            </a:r>
          </a:p>
          <a:p>
            <a:r>
              <a:rPr lang="en-IN" sz="1100" b="1" dirty="0"/>
              <a:t>    }</a:t>
            </a:r>
          </a:p>
          <a:p>
            <a:r>
              <a:rPr lang="en-IN" sz="1100" b="1" dirty="0"/>
              <a:t>}</a:t>
            </a:r>
          </a:p>
          <a:p>
            <a:r>
              <a:rPr lang="en-IN" sz="1100" b="1" dirty="0"/>
              <a:t>public class Main {</a:t>
            </a:r>
          </a:p>
          <a:p>
            <a:r>
              <a:rPr lang="en-IN" sz="1100" b="1" dirty="0"/>
              <a:t>    public static void main(String[] </a:t>
            </a:r>
            <a:r>
              <a:rPr lang="en-IN" sz="1100" b="1" dirty="0" err="1"/>
              <a:t>args</a:t>
            </a:r>
            <a:r>
              <a:rPr lang="en-IN" sz="1100" b="1" dirty="0"/>
              <a:t>) {</a:t>
            </a:r>
          </a:p>
          <a:p>
            <a:r>
              <a:rPr lang="en-IN" sz="1100" b="1" dirty="0"/>
              <a:t>        Shape s1 = new Circle();</a:t>
            </a:r>
          </a:p>
          <a:p>
            <a:r>
              <a:rPr lang="en-IN" sz="1100" b="1" dirty="0"/>
              <a:t>        Shape s2 = new Rectangle();</a:t>
            </a:r>
          </a:p>
          <a:p>
            <a:endParaRPr lang="en-IN" sz="1100" b="1" dirty="0"/>
          </a:p>
          <a:p>
            <a:r>
              <a:rPr lang="en-IN" sz="1100" b="1" dirty="0"/>
              <a:t>        s1.draw();</a:t>
            </a:r>
          </a:p>
          <a:p>
            <a:r>
              <a:rPr lang="en-IN" sz="1100" b="1" dirty="0"/>
              <a:t>        s2.draw();</a:t>
            </a:r>
          </a:p>
          <a:p>
            <a:r>
              <a:rPr lang="en-IN" sz="1100" b="1" dirty="0"/>
              <a:t>    }</a:t>
            </a:r>
          </a:p>
          <a:p>
            <a:r>
              <a:rPr lang="en-IN" sz="1100" b="1" dirty="0"/>
              <a:t>}</a:t>
            </a:r>
          </a:p>
        </p:txBody>
      </p:sp>
      <p:sp>
        <p:nvSpPr>
          <p:cNvPr id="8" name="Google Shape;1393;p73">
            <a:extLst>
              <a:ext uri="{FF2B5EF4-FFF2-40B4-BE49-F238E27FC236}">
                <a16:creationId xmlns:a16="http://schemas.microsoft.com/office/drawing/2014/main" id="{BBAA7591-E2E1-0797-301C-95AD4D7EEC5F}"/>
              </a:ext>
            </a:extLst>
          </p:cNvPr>
          <p:cNvSpPr txBox="1">
            <a:spLocks/>
          </p:cNvSpPr>
          <p:nvPr/>
        </p:nvSpPr>
        <p:spPr>
          <a:xfrm>
            <a:off x="891156" y="387457"/>
            <a:ext cx="6014141" cy="30996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dirty="0">
                <a:solidFill>
                  <a:schemeClr val="tx1">
                    <a:lumMod val="50000"/>
                  </a:schemeClr>
                </a:solidFill>
                <a:latin typeface="Orbitron"/>
              </a:rPr>
              <a:t>Example of Run Time Polymorphism (Overriding)</a:t>
            </a:r>
            <a:endParaRPr lang="en-IN" sz="1600" b="1" dirty="0">
              <a:solidFill>
                <a:schemeClr val="tx1">
                  <a:lumMod val="50000"/>
                </a:schemeClr>
              </a:solidFill>
              <a:latin typeface="Orbitron"/>
            </a:endParaRPr>
          </a:p>
        </p:txBody>
      </p:sp>
      <p:pic>
        <p:nvPicPr>
          <p:cNvPr id="3" name="Picture 2">
            <a:extLst>
              <a:ext uri="{FF2B5EF4-FFF2-40B4-BE49-F238E27FC236}">
                <a16:creationId xmlns:a16="http://schemas.microsoft.com/office/drawing/2014/main" id="{D443A810-160A-B8EE-2309-CEA3D13B9B7C}"/>
              </a:ext>
            </a:extLst>
          </p:cNvPr>
          <p:cNvPicPr>
            <a:picLocks noChangeAspect="1"/>
          </p:cNvPicPr>
          <p:nvPr/>
        </p:nvPicPr>
        <p:blipFill>
          <a:blip r:embed="rId3"/>
          <a:stretch>
            <a:fillRect/>
          </a:stretch>
        </p:blipFill>
        <p:spPr>
          <a:xfrm>
            <a:off x="5338271" y="3537517"/>
            <a:ext cx="2666604" cy="704965"/>
          </a:xfrm>
          <a:prstGeom prst="rect">
            <a:avLst/>
          </a:prstGeom>
        </p:spPr>
      </p:pic>
      <p:sp>
        <p:nvSpPr>
          <p:cNvPr id="4" name="TextBox 3">
            <a:extLst>
              <a:ext uri="{FF2B5EF4-FFF2-40B4-BE49-F238E27FC236}">
                <a16:creationId xmlns:a16="http://schemas.microsoft.com/office/drawing/2014/main" id="{07D93292-EC2B-F564-D62D-03652C298E26}"/>
              </a:ext>
            </a:extLst>
          </p:cNvPr>
          <p:cNvSpPr txBox="1"/>
          <p:nvPr/>
        </p:nvSpPr>
        <p:spPr>
          <a:xfrm>
            <a:off x="5263767" y="3136051"/>
            <a:ext cx="1319916" cy="400110"/>
          </a:xfrm>
          <a:prstGeom prst="rect">
            <a:avLst/>
          </a:prstGeom>
          <a:noFill/>
        </p:spPr>
        <p:txBody>
          <a:bodyPr wrap="square" rtlCol="0">
            <a:spAutoFit/>
          </a:bodyPr>
          <a:lstStyle/>
          <a:p>
            <a:r>
              <a:rPr lang="en-US" sz="2000" b="1" dirty="0">
                <a:solidFill>
                  <a:schemeClr val="tx1">
                    <a:lumMod val="50000"/>
                  </a:schemeClr>
                </a:solidFill>
                <a:latin typeface="Orbitron"/>
              </a:rPr>
              <a:t>Output:</a:t>
            </a:r>
            <a:endParaRPr lang="en-IN" sz="2000" b="1" dirty="0">
              <a:solidFill>
                <a:schemeClr val="tx1">
                  <a:lumMod val="50000"/>
                </a:schemeClr>
              </a:solidFill>
              <a:latin typeface="Orbitron"/>
            </a:endParaRPr>
          </a:p>
        </p:txBody>
      </p:sp>
      <p:sp>
        <p:nvSpPr>
          <p:cNvPr id="9" name="TextBox 8">
            <a:extLst>
              <a:ext uri="{FF2B5EF4-FFF2-40B4-BE49-F238E27FC236}">
                <a16:creationId xmlns:a16="http://schemas.microsoft.com/office/drawing/2014/main" id="{95B54265-77B1-8BD7-A03F-D85BDB485D15}"/>
              </a:ext>
            </a:extLst>
          </p:cNvPr>
          <p:cNvSpPr txBox="1"/>
          <p:nvPr/>
        </p:nvSpPr>
        <p:spPr>
          <a:xfrm>
            <a:off x="5290859" y="731523"/>
            <a:ext cx="3275972" cy="2492990"/>
          </a:xfrm>
          <a:prstGeom prst="rect">
            <a:avLst/>
          </a:prstGeom>
          <a:noFill/>
        </p:spPr>
        <p:txBody>
          <a:bodyPr wrap="square" rtlCol="0">
            <a:spAutoFit/>
          </a:bodyPr>
          <a:lstStyle/>
          <a:p>
            <a:pPr algn="just"/>
            <a:r>
              <a:rPr lang="en-US" sz="1300" b="1" dirty="0"/>
              <a:t>Here, we're creating objects of the super class </a:t>
            </a:r>
            <a:r>
              <a:rPr lang="en-US" sz="1300" b="1" i="1" u="sng" dirty="0"/>
              <a:t>Shape</a:t>
            </a:r>
            <a:r>
              <a:rPr lang="en-US" sz="1300" b="1" dirty="0"/>
              <a:t>, but we're assigning instances of the sub classes </a:t>
            </a:r>
            <a:r>
              <a:rPr lang="en-US" sz="1300" b="1" i="1" u="sng" dirty="0"/>
              <a:t>Circle</a:t>
            </a:r>
            <a:r>
              <a:rPr lang="en-US" sz="1300" b="1" dirty="0"/>
              <a:t> and </a:t>
            </a:r>
            <a:r>
              <a:rPr lang="en-US" sz="1300" b="1" i="1" u="sng" dirty="0"/>
              <a:t>Rectangle</a:t>
            </a:r>
            <a:r>
              <a:rPr lang="en-US" sz="1300" b="1" dirty="0"/>
              <a:t> to these references. This is an example of polymorphism. When you call the draw method on these objects, it will execute the overridden draw method in the respective subclass (i.e., Circle and Rectangle). This is known as runtime polymorphism or dynamic method dispatch.</a:t>
            </a:r>
            <a:endParaRPr lang="en-IN" sz="1300" b="1" dirty="0"/>
          </a:p>
        </p:txBody>
      </p:sp>
    </p:spTree>
    <p:extLst>
      <p:ext uri="{BB962C8B-B14F-4D97-AF65-F5344CB8AC3E}">
        <p14:creationId xmlns:p14="http://schemas.microsoft.com/office/powerpoint/2010/main" val="3547517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800" fill="hold"/>
                                        <p:tgtEl>
                                          <p:spTgt spid="2149"/>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2"/>
        <p:cNvGrpSpPr/>
        <p:nvPr/>
      </p:nvGrpSpPr>
      <p:grpSpPr>
        <a:xfrm>
          <a:off x="0" y="0"/>
          <a:ext cx="0" cy="0"/>
          <a:chOff x="0" y="0"/>
          <a:chExt cx="0" cy="0"/>
        </a:xfrm>
      </p:grpSpPr>
      <p:sp>
        <p:nvSpPr>
          <p:cNvPr id="1533" name="Google Shape;1533;p76"/>
          <p:cNvSpPr/>
          <p:nvPr/>
        </p:nvSpPr>
        <p:spPr>
          <a:xfrm>
            <a:off x="2562450" y="1232753"/>
            <a:ext cx="4019100" cy="373200"/>
          </a:xfrm>
          <a:prstGeom prst="roundRect">
            <a:avLst>
              <a:gd name="adj" fmla="val 50000"/>
            </a:avLst>
          </a:prstGeom>
          <a:solidFill>
            <a:schemeClr val="lt2"/>
          </a:solidFill>
          <a:ln w="9525" cap="flat" cmpd="sng">
            <a:solidFill>
              <a:srgbClr val="D2D6FF"/>
            </a:solidFill>
            <a:prstDash val="solid"/>
            <a:round/>
            <a:headEnd type="none" w="sm" len="sm"/>
            <a:tailEnd type="none" w="sm" len="sm"/>
          </a:ln>
          <a:effectLst>
            <a:outerShdw blurRad="57150" dist="38100" dir="5400000" algn="bl" rotWithShape="0">
              <a:schemeClr val="dk1">
                <a:alpha val="22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76"/>
          <p:cNvSpPr txBox="1">
            <a:spLocks noGrp="1"/>
          </p:cNvSpPr>
          <p:nvPr>
            <p:ph type="title"/>
          </p:nvPr>
        </p:nvSpPr>
        <p:spPr>
          <a:xfrm>
            <a:off x="2866621" y="1280803"/>
            <a:ext cx="3414000" cy="294000"/>
          </a:xfrm>
          <a:prstGeom prst="rect">
            <a:avLst/>
          </a:prstGeom>
        </p:spPr>
        <p:txBody>
          <a:bodyPr spcFirstLastPara="1" wrap="square" lIns="91425" tIns="91425" rIns="91425" bIns="91425" anchor="ctr" anchorCtr="0">
            <a:noAutofit/>
          </a:bodyPr>
          <a:lstStyle/>
          <a:p>
            <a:r>
              <a:rPr lang="en-IN" sz="2000" dirty="0"/>
              <a:t>References</a:t>
            </a:r>
          </a:p>
        </p:txBody>
      </p:sp>
      <p:sp>
        <p:nvSpPr>
          <p:cNvPr id="1535" name="Google Shape;1535;p76"/>
          <p:cNvSpPr txBox="1">
            <a:spLocks noGrp="1"/>
          </p:cNvSpPr>
          <p:nvPr>
            <p:ph type="subTitle" idx="1"/>
          </p:nvPr>
        </p:nvSpPr>
        <p:spPr>
          <a:xfrm>
            <a:off x="1411922" y="1622852"/>
            <a:ext cx="7050153" cy="2119989"/>
          </a:xfrm>
          <a:prstGeom prst="rect">
            <a:avLst/>
          </a:prstGeom>
        </p:spPr>
        <p:txBody>
          <a:bodyPr spcFirstLastPara="1" wrap="square" lIns="91425" tIns="91425" rIns="91425" bIns="91425" anchor="ctr" anchorCtr="0">
            <a:noAutofit/>
          </a:bodyPr>
          <a:lstStyle/>
          <a:p>
            <a:pPr marL="482600" indent="-342900" algn="just">
              <a:buFont typeface="Arial" panose="020B0604020202020204" pitchFamily="34" charset="0"/>
              <a:buChar char="•"/>
            </a:pPr>
            <a:r>
              <a:rPr lang="en-IN" sz="2000" b="1" dirty="0">
                <a:solidFill>
                  <a:schemeClr val="tx1">
                    <a:lumMod val="50000"/>
                  </a:schemeClr>
                </a:solidFill>
                <a:hlinkClick r:id="rId3">
                  <a:extLst>
                    <a:ext uri="{A12FA001-AC4F-418D-AE19-62706E023703}">
                      <ahyp:hlinkClr xmlns:ahyp="http://schemas.microsoft.com/office/drawing/2018/hyperlinkcolor" val="tx"/>
                    </a:ext>
                  </a:extLst>
                </a:hlinkClick>
              </a:rPr>
              <a:t>www.geeksforgeeks.org/polymorphism-in-java/</a:t>
            </a:r>
            <a:endParaRPr lang="en-IN" sz="2000" b="1" dirty="0">
              <a:solidFill>
                <a:schemeClr val="tx1">
                  <a:lumMod val="50000"/>
                </a:schemeClr>
              </a:solidFill>
            </a:endParaRPr>
          </a:p>
          <a:p>
            <a:pPr marL="482600" indent="-342900" algn="just">
              <a:buFont typeface="Arial" panose="020B0604020202020204" pitchFamily="34" charset="0"/>
              <a:buChar char="•"/>
            </a:pPr>
            <a:r>
              <a:rPr lang="en-IN" sz="2000" b="1" dirty="0">
                <a:solidFill>
                  <a:schemeClr val="tx1">
                    <a:lumMod val="50000"/>
                  </a:schemeClr>
                </a:solidFill>
                <a:hlinkClick r:id="rId4">
                  <a:extLst>
                    <a:ext uri="{A12FA001-AC4F-418D-AE19-62706E023703}">
                      <ahyp:hlinkClr xmlns:ahyp="http://schemas.microsoft.com/office/drawing/2018/hyperlinkcolor" val="tx"/>
                    </a:ext>
                  </a:extLst>
                </a:hlinkClick>
              </a:rPr>
              <a:t>www.codingninjas.com/studio/library/what-are-the-features-of-object-oriented-programming</a:t>
            </a:r>
            <a:endParaRPr lang="en-IN" sz="2000" b="1" dirty="0">
              <a:solidFill>
                <a:schemeClr val="tx1">
                  <a:lumMod val="50000"/>
                </a:schemeClr>
              </a:solidFill>
            </a:endParaRPr>
          </a:p>
          <a:p>
            <a:pPr marL="482600" indent="-342900" algn="just">
              <a:buFont typeface="Arial" panose="020B0604020202020204" pitchFamily="34" charset="0"/>
              <a:buChar char="•"/>
            </a:pPr>
            <a:r>
              <a:rPr lang="en-IN" sz="2000" b="1" dirty="0">
                <a:solidFill>
                  <a:schemeClr val="tx1">
                    <a:lumMod val="50000"/>
                  </a:schemeClr>
                </a:solidFill>
                <a:hlinkClick r:id="rId5">
                  <a:extLst>
                    <a:ext uri="{A12FA001-AC4F-418D-AE19-62706E023703}">
                      <ahyp:hlinkClr xmlns:ahyp="http://schemas.microsoft.com/office/drawing/2018/hyperlinkcolor" val="tx"/>
                    </a:ext>
                  </a:extLst>
                </a:hlinkClick>
              </a:rPr>
              <a:t>ChatGPT (openai.com)</a:t>
            </a:r>
            <a:endParaRPr lang="en-IN" sz="2000" b="1" dirty="0">
              <a:solidFill>
                <a:schemeClr val="tx1">
                  <a:lumMod val="50000"/>
                </a:schemeClr>
              </a:solidFill>
            </a:endParaRPr>
          </a:p>
          <a:p>
            <a:pPr marL="482600" indent="-342900" algn="just">
              <a:buFont typeface="Arial" panose="020B0604020202020204" pitchFamily="34" charset="0"/>
              <a:buChar char="•"/>
            </a:pPr>
            <a:r>
              <a:rPr lang="en-US" sz="2000" b="1" dirty="0">
                <a:solidFill>
                  <a:schemeClr val="tx1">
                    <a:lumMod val="50000"/>
                  </a:schemeClr>
                </a:solidFill>
                <a:hlinkClick r:id="rId6">
                  <a:extLst>
                    <a:ext uri="{A12FA001-AC4F-418D-AE19-62706E023703}">
                      <ahyp:hlinkClr xmlns:ahyp="http://schemas.microsoft.com/office/drawing/2018/hyperlinkcolor" val="tx"/>
                    </a:ext>
                  </a:extLst>
                </a:hlinkClick>
              </a:rPr>
              <a:t>www.Javatpoint.com/Compile-Time Polymorphism in Java</a:t>
            </a:r>
            <a:endParaRPr lang="en-IN" sz="2000" b="1" dirty="0">
              <a:solidFill>
                <a:schemeClr val="tx1">
                  <a:lumMod val="50000"/>
                </a:schemeClr>
              </a:solidFill>
            </a:endParaRPr>
          </a:p>
        </p:txBody>
      </p:sp>
      <p:grpSp>
        <p:nvGrpSpPr>
          <p:cNvPr id="1539" name="Google Shape;1539;p76"/>
          <p:cNvGrpSpPr/>
          <p:nvPr/>
        </p:nvGrpSpPr>
        <p:grpSpPr>
          <a:xfrm>
            <a:off x="759795" y="1727733"/>
            <a:ext cx="814886" cy="531898"/>
            <a:chOff x="4842900" y="2922987"/>
            <a:chExt cx="436632" cy="284986"/>
          </a:xfrm>
        </p:grpSpPr>
        <p:sp>
          <p:nvSpPr>
            <p:cNvPr id="1540" name="Google Shape;1540;p76"/>
            <p:cNvSpPr/>
            <p:nvPr/>
          </p:nvSpPr>
          <p:spPr>
            <a:xfrm>
              <a:off x="4842900" y="2922987"/>
              <a:ext cx="436632" cy="284986"/>
            </a:xfrm>
            <a:custGeom>
              <a:avLst/>
              <a:gdLst/>
              <a:ahLst/>
              <a:cxnLst/>
              <a:rect l="l" t="t" r="r" b="b"/>
              <a:pathLst>
                <a:path w="35922" h="23446" extrusionOk="0">
                  <a:moveTo>
                    <a:pt x="3448" y="1"/>
                  </a:moveTo>
                  <a:cubicBezTo>
                    <a:pt x="1555" y="1"/>
                    <a:pt x="0" y="1538"/>
                    <a:pt x="0" y="3432"/>
                  </a:cubicBezTo>
                  <a:lnTo>
                    <a:pt x="0" y="15552"/>
                  </a:lnTo>
                  <a:cubicBezTo>
                    <a:pt x="0" y="17446"/>
                    <a:pt x="1555" y="18983"/>
                    <a:pt x="3448" y="18983"/>
                  </a:cubicBezTo>
                  <a:lnTo>
                    <a:pt x="24950" y="18983"/>
                  </a:lnTo>
                  <a:lnTo>
                    <a:pt x="29074" y="23446"/>
                  </a:lnTo>
                  <a:lnTo>
                    <a:pt x="29074" y="18983"/>
                  </a:lnTo>
                  <a:lnTo>
                    <a:pt x="32473" y="18983"/>
                  </a:lnTo>
                  <a:cubicBezTo>
                    <a:pt x="34382" y="18983"/>
                    <a:pt x="35921" y="17446"/>
                    <a:pt x="35921" y="15552"/>
                  </a:cubicBezTo>
                  <a:lnTo>
                    <a:pt x="35921" y="3432"/>
                  </a:lnTo>
                  <a:cubicBezTo>
                    <a:pt x="35921" y="1538"/>
                    <a:pt x="34382" y="1"/>
                    <a:pt x="32473" y="1"/>
                  </a:cubicBezTo>
                  <a:close/>
                </a:path>
              </a:pathLst>
            </a:custGeom>
            <a:gradFill>
              <a:gsLst>
                <a:gs pos="0">
                  <a:srgbClr val="F3A7E0"/>
                </a:gs>
                <a:gs pos="100000">
                  <a:srgbClr val="DC3BB4"/>
                </a:gs>
              </a:gsLst>
              <a:lin ang="5400012" scaled="0"/>
            </a:gradFill>
            <a:ln>
              <a:noFill/>
            </a:ln>
            <a:effectLst>
              <a:outerShdw blurRad="57150" dist="47625" dir="5400000" algn="bl" rotWithShape="0">
                <a:schemeClr val="dk1">
                  <a:alpha val="18000"/>
                </a:scheme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76"/>
            <p:cNvSpPr/>
            <p:nvPr/>
          </p:nvSpPr>
          <p:spPr>
            <a:xfrm>
              <a:off x="4917676" y="3006198"/>
              <a:ext cx="287065" cy="60824"/>
            </a:xfrm>
            <a:custGeom>
              <a:avLst/>
              <a:gdLst/>
              <a:ahLst/>
              <a:cxnLst/>
              <a:rect l="l" t="t" r="r" b="b"/>
              <a:pathLst>
                <a:path w="23617" h="5004" extrusionOk="0">
                  <a:moveTo>
                    <a:pt x="2503" y="0"/>
                  </a:moveTo>
                  <a:cubicBezTo>
                    <a:pt x="1117" y="0"/>
                    <a:pt x="1" y="1116"/>
                    <a:pt x="1" y="2502"/>
                  </a:cubicBezTo>
                  <a:cubicBezTo>
                    <a:pt x="1" y="3888"/>
                    <a:pt x="1117" y="5004"/>
                    <a:pt x="2503" y="5004"/>
                  </a:cubicBezTo>
                  <a:cubicBezTo>
                    <a:pt x="3873" y="5004"/>
                    <a:pt x="4988" y="3888"/>
                    <a:pt x="4988" y="2502"/>
                  </a:cubicBezTo>
                  <a:cubicBezTo>
                    <a:pt x="4988" y="1116"/>
                    <a:pt x="3873" y="0"/>
                    <a:pt x="2503" y="0"/>
                  </a:cubicBezTo>
                  <a:close/>
                  <a:moveTo>
                    <a:pt x="11817" y="0"/>
                  </a:moveTo>
                  <a:cubicBezTo>
                    <a:pt x="10431" y="0"/>
                    <a:pt x="9316" y="1116"/>
                    <a:pt x="9316" y="2502"/>
                  </a:cubicBezTo>
                  <a:cubicBezTo>
                    <a:pt x="9316" y="3888"/>
                    <a:pt x="10431" y="5004"/>
                    <a:pt x="11817" y="5004"/>
                  </a:cubicBezTo>
                  <a:cubicBezTo>
                    <a:pt x="13186" y="5004"/>
                    <a:pt x="14301" y="3888"/>
                    <a:pt x="14301" y="2502"/>
                  </a:cubicBezTo>
                  <a:cubicBezTo>
                    <a:pt x="14301" y="1116"/>
                    <a:pt x="13186" y="0"/>
                    <a:pt x="11817" y="0"/>
                  </a:cubicBezTo>
                  <a:close/>
                  <a:moveTo>
                    <a:pt x="21131" y="0"/>
                  </a:moveTo>
                  <a:cubicBezTo>
                    <a:pt x="19744" y="0"/>
                    <a:pt x="18629" y="1116"/>
                    <a:pt x="18629" y="2502"/>
                  </a:cubicBezTo>
                  <a:cubicBezTo>
                    <a:pt x="18629" y="3888"/>
                    <a:pt x="19744" y="5004"/>
                    <a:pt x="21131" y="5004"/>
                  </a:cubicBezTo>
                  <a:cubicBezTo>
                    <a:pt x="22500" y="5004"/>
                    <a:pt x="23616" y="3888"/>
                    <a:pt x="23616" y="2502"/>
                  </a:cubicBezTo>
                  <a:cubicBezTo>
                    <a:pt x="23616" y="1116"/>
                    <a:pt x="22500" y="0"/>
                    <a:pt x="21131" y="0"/>
                  </a:cubicBezTo>
                  <a:close/>
                </a:path>
              </a:pathLst>
            </a:custGeom>
            <a:solidFill>
              <a:srgbClr val="FFFFFF"/>
            </a:solidFill>
            <a:ln>
              <a:noFill/>
            </a:ln>
            <a:effectLst>
              <a:outerShdw blurRad="57150" dist="19050" dir="5400000" algn="bl" rotWithShape="0">
                <a:srgbClr val="5352EE">
                  <a:alpha val="18000"/>
                </a:srgbClr>
              </a:outerShdw>
              <a:reflection stA="6000" endPos="26000" dist="76200" dir="5400000" fadeDir="5400012" sy="-100000" algn="bl" rotWithShape="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535"/>
                                        </p:tgtEl>
                                        <p:attrNameLst>
                                          <p:attrName>style.visibility</p:attrName>
                                        </p:attrNameLst>
                                      </p:cBhvr>
                                      <p:to>
                                        <p:strVal val="visible"/>
                                      </p:to>
                                    </p:set>
                                    <p:anim calcmode="lin" valueType="num">
                                      <p:cBhvr additive="base">
                                        <p:cTn id="7" dur="800"/>
                                        <p:tgtEl>
                                          <p:spTgt spid="1535"/>
                                        </p:tgtEl>
                                        <p:attrNameLst>
                                          <p:attrName>ppt_w</p:attrName>
                                        </p:attrNameLst>
                                      </p:cBhvr>
                                      <p:tavLst>
                                        <p:tav tm="0">
                                          <p:val>
                                            <p:strVal val="0"/>
                                          </p:val>
                                        </p:tav>
                                        <p:tav tm="100000">
                                          <p:val>
                                            <p:strVal val="#ppt_w"/>
                                          </p:val>
                                        </p:tav>
                                      </p:tavLst>
                                    </p:anim>
                                    <p:anim calcmode="lin" valueType="num">
                                      <p:cBhvr additive="base">
                                        <p:cTn id="8" dur="800"/>
                                        <p:tgtEl>
                                          <p:spTgt spid="153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5"/>
        <p:cNvGrpSpPr/>
        <p:nvPr/>
      </p:nvGrpSpPr>
      <p:grpSpPr>
        <a:xfrm>
          <a:off x="0" y="0"/>
          <a:ext cx="0" cy="0"/>
          <a:chOff x="0" y="0"/>
          <a:chExt cx="0" cy="0"/>
        </a:xfrm>
      </p:grpSpPr>
      <p:sp>
        <p:nvSpPr>
          <p:cNvPr id="6" name="TextBox 5">
            <a:extLst>
              <a:ext uri="{FF2B5EF4-FFF2-40B4-BE49-F238E27FC236}">
                <a16:creationId xmlns:a16="http://schemas.microsoft.com/office/drawing/2014/main" id="{73CC3E3C-0AA2-D1DA-ADBA-979A0B8C6038}"/>
              </a:ext>
            </a:extLst>
          </p:cNvPr>
          <p:cNvSpPr txBox="1"/>
          <p:nvPr/>
        </p:nvSpPr>
        <p:spPr>
          <a:xfrm>
            <a:off x="399223" y="1640726"/>
            <a:ext cx="8345554" cy="1862048"/>
          </a:xfrm>
          <a:prstGeom prst="rect">
            <a:avLst/>
          </a:prstGeom>
          <a:noFill/>
        </p:spPr>
        <p:txBody>
          <a:bodyPr wrap="none" rtlCol="0">
            <a:spAutoFit/>
          </a:bodyPr>
          <a:lstStyle/>
          <a:p>
            <a:r>
              <a:rPr lang="en-US" sz="11500" b="1" dirty="0">
                <a:solidFill>
                  <a:schemeClr val="tx1">
                    <a:lumMod val="50000"/>
                  </a:schemeClr>
                </a:solidFill>
                <a:latin typeface="Orbitron"/>
              </a:rPr>
              <a:t>Thankyou</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 Online News App by Slidesgo">
  <a:themeElements>
    <a:clrScheme name="Simple Light">
      <a:dk1>
        <a:srgbClr val="17336B"/>
      </a:dk1>
      <a:lt1>
        <a:srgbClr val="F9F8FF"/>
      </a:lt1>
      <a:dk2>
        <a:srgbClr val="66BEE9"/>
      </a:dk2>
      <a:lt2>
        <a:srgbClr val="4EB3E4"/>
      </a:lt2>
      <a:accent1>
        <a:srgbClr val="FFD65F"/>
      </a:accent1>
      <a:accent2>
        <a:srgbClr val="FDA0B4"/>
      </a:accent2>
      <a:accent3>
        <a:srgbClr val="E951C2"/>
      </a:accent3>
      <a:accent4>
        <a:srgbClr val="60D8F4"/>
      </a:accent4>
      <a:accent5>
        <a:srgbClr val="81EEEB"/>
      </a:accent5>
      <a:accent6>
        <a:srgbClr val="DF5F69"/>
      </a:accent6>
      <a:hlink>
        <a:srgbClr val="0D2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2207</TotalTime>
  <Words>612</Words>
  <Application>Microsoft Office PowerPoint</Application>
  <PresentationFormat>On-screen Show (16:9)</PresentationFormat>
  <Paragraphs>98</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Orbitron</vt:lpstr>
      <vt:lpstr>Arial</vt:lpstr>
      <vt:lpstr>Quicksand</vt:lpstr>
      <vt:lpstr>Fira Sans Extra Condensed</vt:lpstr>
      <vt:lpstr>Denk One</vt:lpstr>
      <vt:lpstr> Online News App by Slidesgo</vt:lpstr>
      <vt:lpstr>TOPIC: POLYMORPHISM</vt:lpstr>
      <vt:lpstr>Index  </vt:lpstr>
      <vt:lpstr>Features of OOPS</vt:lpstr>
      <vt:lpstr>PowerPoint Presentation</vt:lpstr>
      <vt:lpstr>Types of Polymorphism</vt:lpstr>
      <vt:lpstr>01</vt:lpstr>
      <vt:lpstr>PowerPoint Presentation</vt:lpstr>
      <vt:lpstr>02</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TO-DO LIST USING JAVA</dc:title>
  <dc:creator>Adnan Khan</dc:creator>
  <cp:lastModifiedBy>Adnan Khan</cp:lastModifiedBy>
  <cp:revision>183</cp:revision>
  <dcterms:modified xsi:type="dcterms:W3CDTF">2024-09-28T13:08:50Z</dcterms:modified>
</cp:coreProperties>
</file>