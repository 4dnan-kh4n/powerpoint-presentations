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83" r:id="rId1"/>
    <p:sldMasterId id="2147483702" r:id="rId2"/>
  </p:sldMasterIdLst>
  <p:notesMasterIdLst>
    <p:notesMasterId r:id="rId11"/>
  </p:notesMasterIdLst>
  <p:sldIdLst>
    <p:sldId id="280" r:id="rId3"/>
    <p:sldId id="256" r:id="rId4"/>
    <p:sldId id="274" r:id="rId5"/>
    <p:sldId id="277" r:id="rId6"/>
    <p:sldId id="279" r:id="rId7"/>
    <p:sldId id="278" r:id="rId8"/>
    <p:sldId id="265" r:id="rId9"/>
    <p:sldId id="269" r:id="rId10"/>
  </p:sldIdLst>
  <p:sldSz cx="14630400" cy="8229600"/>
  <p:notesSz cx="8229600" cy="14630400"/>
  <p:embeddedFontLst>
    <p:embeddedFont>
      <p:font typeface="Corben" panose="020B0604020202020204" charset="0"/>
      <p:regular r:id="rId12"/>
    </p:embeddedFont>
    <p:embeddedFont>
      <p:font typeface="Nobile" panose="020B0604020202020204" charset="0"/>
      <p:regular r:id="rId13"/>
    </p:embeddedFont>
    <p:embeddedFont>
      <p:font typeface="Roboto Slab" pitchFamily="2" charset="0"/>
      <p:regular r:id="rId14"/>
      <p:bold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9FF"/>
    <a:srgbClr val="F9F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2" d="100"/>
          <a:sy n="62" d="100"/>
        </p:scale>
        <p:origin x="33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3650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2A1BC-2FED-DD7B-5941-422C27358111}"/>
              </a:ext>
            </a:extLst>
          </p:cNvPr>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IN"/>
          </a:p>
        </p:txBody>
      </p:sp>
      <p:sp>
        <p:nvSpPr>
          <p:cNvPr id="3" name="Subtitle 2">
            <a:extLst>
              <a:ext uri="{FF2B5EF4-FFF2-40B4-BE49-F238E27FC236}">
                <a16:creationId xmlns:a16="http://schemas.microsoft.com/office/drawing/2014/main" id="{7362B441-E74C-A0E5-F70D-E23924CC6563}"/>
              </a:ext>
            </a:extLst>
          </p:cNvPr>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1C3CF5A-68F6-A1F9-5B3C-5FC1B88D4C66}"/>
              </a:ext>
            </a:extLst>
          </p:cNvPr>
          <p:cNvSpPr>
            <a:spLocks noGrp="1"/>
          </p:cNvSpPr>
          <p:nvPr>
            <p:ph type="dt" sz="half" idx="10"/>
          </p:nvPr>
        </p:nvSpPr>
        <p:spPr/>
        <p:txBody>
          <a:bodyPr/>
          <a:lstStyle/>
          <a:p>
            <a:fld id="{6879903A-CF72-4AC0-998D-59565C40B9A7}" type="datetimeFigureOut">
              <a:rPr lang="en-IN" smtClean="0"/>
              <a:t>11-12-2024</a:t>
            </a:fld>
            <a:endParaRPr lang="en-IN"/>
          </a:p>
        </p:txBody>
      </p:sp>
      <p:sp>
        <p:nvSpPr>
          <p:cNvPr id="5" name="Footer Placeholder 4">
            <a:extLst>
              <a:ext uri="{FF2B5EF4-FFF2-40B4-BE49-F238E27FC236}">
                <a16:creationId xmlns:a16="http://schemas.microsoft.com/office/drawing/2014/main" id="{B893F120-6474-1FCF-8A86-FBD6DC653D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1FB391-3F12-C25D-75EA-A2E55F2568B2}"/>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69487635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028F0-0D5B-44DB-858E-2DF5FDAF0B7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1B66609-D117-A337-FB82-4C31BC7AEC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831D9A-7820-412C-B1F9-41E19F2F103A}"/>
              </a:ext>
            </a:extLst>
          </p:cNvPr>
          <p:cNvSpPr>
            <a:spLocks noGrp="1"/>
          </p:cNvSpPr>
          <p:nvPr>
            <p:ph type="dt" sz="half" idx="10"/>
          </p:nvPr>
        </p:nvSpPr>
        <p:spPr/>
        <p:txBody>
          <a:bodyPr/>
          <a:lstStyle/>
          <a:p>
            <a:fld id="{6879903A-CF72-4AC0-998D-59565C40B9A7}" type="datetimeFigureOut">
              <a:rPr lang="en-IN" smtClean="0"/>
              <a:t>11-12-2024</a:t>
            </a:fld>
            <a:endParaRPr lang="en-IN"/>
          </a:p>
        </p:txBody>
      </p:sp>
      <p:sp>
        <p:nvSpPr>
          <p:cNvPr id="5" name="Footer Placeholder 4">
            <a:extLst>
              <a:ext uri="{FF2B5EF4-FFF2-40B4-BE49-F238E27FC236}">
                <a16:creationId xmlns:a16="http://schemas.microsoft.com/office/drawing/2014/main" id="{141CA410-85C4-57F4-F6F0-98856C428C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B73D8C-0973-0AD6-246E-3034AAC29C6D}"/>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207679727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DE5BD-7099-9E03-A152-90C8F584F6AE}"/>
              </a:ext>
            </a:extLst>
          </p:cNvPr>
          <p:cNvSpPr>
            <a:spLocks noGrp="1"/>
          </p:cNvSpPr>
          <p:nvPr>
            <p:ph type="title"/>
          </p:nvPr>
        </p:nvSpPr>
        <p:spPr>
          <a:xfrm>
            <a:off x="998220" y="2051686"/>
            <a:ext cx="12618720" cy="3423284"/>
          </a:xfrm>
        </p:spPr>
        <p:txBody>
          <a:bodyPr anchor="b"/>
          <a:lstStyle>
            <a:lvl1pPr>
              <a:defRPr sz="72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6F02B2A-ED32-2790-0981-9FD6BDF4F136}"/>
              </a:ext>
            </a:extLst>
          </p:cNvPr>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1EA117-2B7C-4B7D-48D4-0AC7D802B62F}"/>
              </a:ext>
            </a:extLst>
          </p:cNvPr>
          <p:cNvSpPr>
            <a:spLocks noGrp="1"/>
          </p:cNvSpPr>
          <p:nvPr>
            <p:ph type="dt" sz="half" idx="10"/>
          </p:nvPr>
        </p:nvSpPr>
        <p:spPr/>
        <p:txBody>
          <a:bodyPr/>
          <a:lstStyle/>
          <a:p>
            <a:fld id="{6879903A-CF72-4AC0-998D-59565C40B9A7}" type="datetimeFigureOut">
              <a:rPr lang="en-IN" smtClean="0"/>
              <a:t>11-12-2024</a:t>
            </a:fld>
            <a:endParaRPr lang="en-IN"/>
          </a:p>
        </p:txBody>
      </p:sp>
      <p:sp>
        <p:nvSpPr>
          <p:cNvPr id="5" name="Footer Placeholder 4">
            <a:extLst>
              <a:ext uri="{FF2B5EF4-FFF2-40B4-BE49-F238E27FC236}">
                <a16:creationId xmlns:a16="http://schemas.microsoft.com/office/drawing/2014/main" id="{6ECD0086-095D-DB1B-15BD-E2D4A22E5B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978624-F1F3-0117-5036-22CB2958F1B7}"/>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423327715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BF75A-313E-C21E-107B-BF79380D86A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542AD8-7445-005C-BD8A-80F8A4FC51FC}"/>
              </a:ext>
            </a:extLst>
          </p:cNvPr>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7C07E3A-085E-FBFE-E7E4-0245447901CA}"/>
              </a:ext>
            </a:extLst>
          </p:cNvPr>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ECBCF3E-1330-9290-52FB-B45039FA88C3}"/>
              </a:ext>
            </a:extLst>
          </p:cNvPr>
          <p:cNvSpPr>
            <a:spLocks noGrp="1"/>
          </p:cNvSpPr>
          <p:nvPr>
            <p:ph type="dt" sz="half" idx="10"/>
          </p:nvPr>
        </p:nvSpPr>
        <p:spPr/>
        <p:txBody>
          <a:bodyPr/>
          <a:lstStyle/>
          <a:p>
            <a:fld id="{6879903A-CF72-4AC0-998D-59565C40B9A7}" type="datetimeFigureOut">
              <a:rPr lang="en-IN" smtClean="0"/>
              <a:t>11-12-2024</a:t>
            </a:fld>
            <a:endParaRPr lang="en-IN"/>
          </a:p>
        </p:txBody>
      </p:sp>
      <p:sp>
        <p:nvSpPr>
          <p:cNvPr id="6" name="Footer Placeholder 5">
            <a:extLst>
              <a:ext uri="{FF2B5EF4-FFF2-40B4-BE49-F238E27FC236}">
                <a16:creationId xmlns:a16="http://schemas.microsoft.com/office/drawing/2014/main" id="{92B75F93-FAF6-0A0B-E557-D5C2935E0E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6DC83A5-129C-4B76-38D7-A9EA154215A2}"/>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100823349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00AF4-4FB0-73A8-7F30-2266A2FF99D9}"/>
              </a:ext>
            </a:extLst>
          </p:cNvPr>
          <p:cNvSpPr>
            <a:spLocks noGrp="1"/>
          </p:cNvSpPr>
          <p:nvPr>
            <p:ph type="title"/>
          </p:nvPr>
        </p:nvSpPr>
        <p:spPr>
          <a:xfrm>
            <a:off x="1007746" y="438150"/>
            <a:ext cx="12618720" cy="1590676"/>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3950917-B005-18F1-95B0-45622FC642A8}"/>
              </a:ext>
            </a:extLst>
          </p:cNvPr>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a:extLst>
              <a:ext uri="{FF2B5EF4-FFF2-40B4-BE49-F238E27FC236}">
                <a16:creationId xmlns:a16="http://schemas.microsoft.com/office/drawing/2014/main" id="{09DD06A4-346E-FFF3-208E-8A7B376BBAA5}"/>
              </a:ext>
            </a:extLst>
          </p:cNvPr>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AE89648-7984-D4EE-1CDF-EE85322DCEA4}"/>
              </a:ext>
            </a:extLst>
          </p:cNvPr>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a:extLst>
              <a:ext uri="{FF2B5EF4-FFF2-40B4-BE49-F238E27FC236}">
                <a16:creationId xmlns:a16="http://schemas.microsoft.com/office/drawing/2014/main" id="{A4797448-E265-AF50-371C-96A21C6FAA4C}"/>
              </a:ext>
            </a:extLst>
          </p:cNvPr>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D5BB5CD-2BE9-473B-8F0F-4F039D018733}"/>
              </a:ext>
            </a:extLst>
          </p:cNvPr>
          <p:cNvSpPr>
            <a:spLocks noGrp="1"/>
          </p:cNvSpPr>
          <p:nvPr>
            <p:ph type="dt" sz="half" idx="10"/>
          </p:nvPr>
        </p:nvSpPr>
        <p:spPr/>
        <p:txBody>
          <a:bodyPr/>
          <a:lstStyle/>
          <a:p>
            <a:fld id="{6879903A-CF72-4AC0-998D-59565C40B9A7}" type="datetimeFigureOut">
              <a:rPr lang="en-IN" smtClean="0"/>
              <a:t>11-12-2024</a:t>
            </a:fld>
            <a:endParaRPr lang="en-IN"/>
          </a:p>
        </p:txBody>
      </p:sp>
      <p:sp>
        <p:nvSpPr>
          <p:cNvPr id="8" name="Footer Placeholder 7">
            <a:extLst>
              <a:ext uri="{FF2B5EF4-FFF2-40B4-BE49-F238E27FC236}">
                <a16:creationId xmlns:a16="http://schemas.microsoft.com/office/drawing/2014/main" id="{9D7D8FD8-3B6F-069A-2517-7F04A7DA60E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2C243F3-D462-0ABC-C26B-47BC6D918D96}"/>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112463530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FE11A-84BC-A36D-4EA6-5FE6BB32A27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2765265-63EC-32C1-71FA-737B736E3DEB}"/>
              </a:ext>
            </a:extLst>
          </p:cNvPr>
          <p:cNvSpPr>
            <a:spLocks noGrp="1"/>
          </p:cNvSpPr>
          <p:nvPr>
            <p:ph type="dt" sz="half" idx="10"/>
          </p:nvPr>
        </p:nvSpPr>
        <p:spPr/>
        <p:txBody>
          <a:bodyPr/>
          <a:lstStyle/>
          <a:p>
            <a:fld id="{6879903A-CF72-4AC0-998D-59565C40B9A7}" type="datetimeFigureOut">
              <a:rPr lang="en-IN" smtClean="0"/>
              <a:t>11-12-2024</a:t>
            </a:fld>
            <a:endParaRPr lang="en-IN"/>
          </a:p>
        </p:txBody>
      </p:sp>
      <p:sp>
        <p:nvSpPr>
          <p:cNvPr id="4" name="Footer Placeholder 3">
            <a:extLst>
              <a:ext uri="{FF2B5EF4-FFF2-40B4-BE49-F238E27FC236}">
                <a16:creationId xmlns:a16="http://schemas.microsoft.com/office/drawing/2014/main" id="{01E69898-0ECF-5DA2-1699-46DA6D53411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28561A3-3A06-8A97-133D-1F476C6FCC61}"/>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337802554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7880A0-2983-0CF5-E301-23719C30B369}"/>
              </a:ext>
            </a:extLst>
          </p:cNvPr>
          <p:cNvSpPr>
            <a:spLocks noGrp="1"/>
          </p:cNvSpPr>
          <p:nvPr>
            <p:ph type="dt" sz="half" idx="10"/>
          </p:nvPr>
        </p:nvSpPr>
        <p:spPr/>
        <p:txBody>
          <a:bodyPr/>
          <a:lstStyle/>
          <a:p>
            <a:fld id="{6879903A-CF72-4AC0-998D-59565C40B9A7}" type="datetimeFigureOut">
              <a:rPr lang="en-IN" smtClean="0"/>
              <a:t>11-12-2024</a:t>
            </a:fld>
            <a:endParaRPr lang="en-IN"/>
          </a:p>
        </p:txBody>
      </p:sp>
      <p:sp>
        <p:nvSpPr>
          <p:cNvPr id="3" name="Footer Placeholder 2">
            <a:extLst>
              <a:ext uri="{FF2B5EF4-FFF2-40B4-BE49-F238E27FC236}">
                <a16:creationId xmlns:a16="http://schemas.microsoft.com/office/drawing/2014/main" id="{8DCABD5B-F44E-1053-6CAD-BCFEDE95C8B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9424CB2-56D0-42E1-4C87-B103C181CCCB}"/>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411121649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74A4-C20B-9A62-81B3-60B39A9492B4}"/>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F854A34-5021-4DA2-0E33-6C0FE95720DF}"/>
              </a:ext>
            </a:extLst>
          </p:cNvPr>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F9E84A4-0810-80CE-407B-B1F80B756F96}"/>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CB9E98F4-0096-BC0D-0E8B-D8DCD909291B}"/>
              </a:ext>
            </a:extLst>
          </p:cNvPr>
          <p:cNvSpPr>
            <a:spLocks noGrp="1"/>
          </p:cNvSpPr>
          <p:nvPr>
            <p:ph type="dt" sz="half" idx="10"/>
          </p:nvPr>
        </p:nvSpPr>
        <p:spPr/>
        <p:txBody>
          <a:bodyPr/>
          <a:lstStyle/>
          <a:p>
            <a:fld id="{6879903A-CF72-4AC0-998D-59565C40B9A7}" type="datetimeFigureOut">
              <a:rPr lang="en-IN" smtClean="0"/>
              <a:t>11-12-2024</a:t>
            </a:fld>
            <a:endParaRPr lang="en-IN"/>
          </a:p>
        </p:txBody>
      </p:sp>
      <p:sp>
        <p:nvSpPr>
          <p:cNvPr id="6" name="Footer Placeholder 5">
            <a:extLst>
              <a:ext uri="{FF2B5EF4-FFF2-40B4-BE49-F238E27FC236}">
                <a16:creationId xmlns:a16="http://schemas.microsoft.com/office/drawing/2014/main" id="{A773B1BE-90C1-8E22-5FB6-44404845D6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06ACF2-CE4A-EAD0-0CC3-B8E1C456152B}"/>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20891819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A00E8-75A8-36A9-4CFC-BD6EA8F6DD15}"/>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7493408-6BA1-F22A-D0A7-3229AA0C3430}"/>
              </a:ext>
            </a:extLst>
          </p:cNvPr>
          <p:cNvSpPr>
            <a:spLocks noGrp="1"/>
          </p:cNvSpPr>
          <p:nvPr>
            <p:ph type="pic" idx="1"/>
          </p:nvPr>
        </p:nvSpPr>
        <p:spPr>
          <a:xfrm>
            <a:off x="6219826" y="1184911"/>
            <a:ext cx="740664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IN"/>
          </a:p>
        </p:txBody>
      </p:sp>
      <p:sp>
        <p:nvSpPr>
          <p:cNvPr id="4" name="Text Placeholder 3">
            <a:extLst>
              <a:ext uri="{FF2B5EF4-FFF2-40B4-BE49-F238E27FC236}">
                <a16:creationId xmlns:a16="http://schemas.microsoft.com/office/drawing/2014/main" id="{F0B6F00C-3F35-FA20-F00F-627484CC7EA2}"/>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762FE38A-4BC6-8246-C4EE-E6F4561DB6E6}"/>
              </a:ext>
            </a:extLst>
          </p:cNvPr>
          <p:cNvSpPr>
            <a:spLocks noGrp="1"/>
          </p:cNvSpPr>
          <p:nvPr>
            <p:ph type="dt" sz="half" idx="10"/>
          </p:nvPr>
        </p:nvSpPr>
        <p:spPr/>
        <p:txBody>
          <a:bodyPr/>
          <a:lstStyle/>
          <a:p>
            <a:fld id="{6879903A-CF72-4AC0-998D-59565C40B9A7}" type="datetimeFigureOut">
              <a:rPr lang="en-IN" smtClean="0"/>
              <a:t>11-12-2024</a:t>
            </a:fld>
            <a:endParaRPr lang="en-IN"/>
          </a:p>
        </p:txBody>
      </p:sp>
      <p:sp>
        <p:nvSpPr>
          <p:cNvPr id="6" name="Footer Placeholder 5">
            <a:extLst>
              <a:ext uri="{FF2B5EF4-FFF2-40B4-BE49-F238E27FC236}">
                <a16:creationId xmlns:a16="http://schemas.microsoft.com/office/drawing/2014/main" id="{A501DD58-4406-73B7-65F1-D482C12BF2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B52024E-6C9C-D638-0727-C06767F81DAF}"/>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22451306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FECE7-9DA5-93E5-B11B-15019D031CA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BF89474-D374-7462-39F4-B6990CE880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7C7FA5-06D3-53D4-9F29-3D706FC1E673}"/>
              </a:ext>
            </a:extLst>
          </p:cNvPr>
          <p:cNvSpPr>
            <a:spLocks noGrp="1"/>
          </p:cNvSpPr>
          <p:nvPr>
            <p:ph type="dt" sz="half" idx="10"/>
          </p:nvPr>
        </p:nvSpPr>
        <p:spPr/>
        <p:txBody>
          <a:bodyPr/>
          <a:lstStyle/>
          <a:p>
            <a:fld id="{6879903A-CF72-4AC0-998D-59565C40B9A7}" type="datetimeFigureOut">
              <a:rPr lang="en-IN" smtClean="0"/>
              <a:t>11-12-2024</a:t>
            </a:fld>
            <a:endParaRPr lang="en-IN"/>
          </a:p>
        </p:txBody>
      </p:sp>
      <p:sp>
        <p:nvSpPr>
          <p:cNvPr id="5" name="Footer Placeholder 4">
            <a:extLst>
              <a:ext uri="{FF2B5EF4-FFF2-40B4-BE49-F238E27FC236}">
                <a16:creationId xmlns:a16="http://schemas.microsoft.com/office/drawing/2014/main" id="{6CE79B7B-B882-C3B2-4B6A-6BDD17F46A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C82F01-9E63-5603-B946-4332BFA6BEA2}"/>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399586699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CD9CD9-F73B-E5DA-1C4A-1775EA35507D}"/>
              </a:ext>
            </a:extLst>
          </p:cNvPr>
          <p:cNvSpPr>
            <a:spLocks noGrp="1"/>
          </p:cNvSpPr>
          <p:nvPr>
            <p:ph type="title" orient="vert"/>
          </p:nvPr>
        </p:nvSpPr>
        <p:spPr>
          <a:xfrm>
            <a:off x="10469880" y="438150"/>
            <a:ext cx="3154680" cy="6974206"/>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073263-45CE-6192-E3F7-759FA000D40C}"/>
              </a:ext>
            </a:extLst>
          </p:cNvPr>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9352A0-8EFF-8AB7-A847-B4FC905D2A5B}"/>
              </a:ext>
            </a:extLst>
          </p:cNvPr>
          <p:cNvSpPr>
            <a:spLocks noGrp="1"/>
          </p:cNvSpPr>
          <p:nvPr>
            <p:ph type="dt" sz="half" idx="10"/>
          </p:nvPr>
        </p:nvSpPr>
        <p:spPr/>
        <p:txBody>
          <a:bodyPr/>
          <a:lstStyle/>
          <a:p>
            <a:fld id="{6879903A-CF72-4AC0-998D-59565C40B9A7}" type="datetimeFigureOut">
              <a:rPr lang="en-IN" smtClean="0"/>
              <a:t>11-12-2024</a:t>
            </a:fld>
            <a:endParaRPr lang="en-IN"/>
          </a:p>
        </p:txBody>
      </p:sp>
      <p:sp>
        <p:nvSpPr>
          <p:cNvPr id="5" name="Footer Placeholder 4">
            <a:extLst>
              <a:ext uri="{FF2B5EF4-FFF2-40B4-BE49-F238E27FC236}">
                <a16:creationId xmlns:a16="http://schemas.microsoft.com/office/drawing/2014/main" id="{B37FAC64-125B-22E6-19E2-12D74591EC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D05309-BB71-118A-B757-F1DE2D2A8015}"/>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262366289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6411406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349863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65783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696902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1444653"/>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78825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78760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2A1BC-2FED-DD7B-5941-422C27358111}"/>
              </a:ext>
            </a:extLst>
          </p:cNvPr>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IN"/>
          </a:p>
        </p:txBody>
      </p:sp>
      <p:sp>
        <p:nvSpPr>
          <p:cNvPr id="3" name="Subtitle 2">
            <a:extLst>
              <a:ext uri="{FF2B5EF4-FFF2-40B4-BE49-F238E27FC236}">
                <a16:creationId xmlns:a16="http://schemas.microsoft.com/office/drawing/2014/main" id="{7362B441-E74C-A0E5-F70D-E23924CC6563}"/>
              </a:ext>
            </a:extLst>
          </p:cNvPr>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1C3CF5A-68F6-A1F9-5B3C-5FC1B88D4C66}"/>
              </a:ext>
            </a:extLst>
          </p:cNvPr>
          <p:cNvSpPr>
            <a:spLocks noGrp="1"/>
          </p:cNvSpPr>
          <p:nvPr>
            <p:ph type="dt" sz="half" idx="10"/>
          </p:nvPr>
        </p:nvSpPr>
        <p:spPr/>
        <p:txBody>
          <a:bodyPr/>
          <a:lstStyle/>
          <a:p>
            <a:fld id="{6879903A-CF72-4AC0-998D-59565C40B9A7}" type="datetimeFigureOut">
              <a:rPr lang="en-IN" smtClean="0"/>
              <a:t>11-12-2024</a:t>
            </a:fld>
            <a:endParaRPr lang="en-IN"/>
          </a:p>
        </p:txBody>
      </p:sp>
      <p:sp>
        <p:nvSpPr>
          <p:cNvPr id="5" name="Footer Placeholder 4">
            <a:extLst>
              <a:ext uri="{FF2B5EF4-FFF2-40B4-BE49-F238E27FC236}">
                <a16:creationId xmlns:a16="http://schemas.microsoft.com/office/drawing/2014/main" id="{B893F120-6474-1FCF-8A86-FBD6DC653D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1FB391-3F12-C25D-75EA-A2E55F2568B2}"/>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1161179388"/>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028F0-0D5B-44DB-858E-2DF5FDAF0B7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1B66609-D117-A337-FB82-4C31BC7AEC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831D9A-7820-412C-B1F9-41E19F2F103A}"/>
              </a:ext>
            </a:extLst>
          </p:cNvPr>
          <p:cNvSpPr>
            <a:spLocks noGrp="1"/>
          </p:cNvSpPr>
          <p:nvPr>
            <p:ph type="dt" sz="half" idx="10"/>
          </p:nvPr>
        </p:nvSpPr>
        <p:spPr/>
        <p:txBody>
          <a:bodyPr/>
          <a:lstStyle/>
          <a:p>
            <a:fld id="{6879903A-CF72-4AC0-998D-59565C40B9A7}" type="datetimeFigureOut">
              <a:rPr lang="en-IN" smtClean="0"/>
              <a:t>11-12-2024</a:t>
            </a:fld>
            <a:endParaRPr lang="en-IN"/>
          </a:p>
        </p:txBody>
      </p:sp>
      <p:sp>
        <p:nvSpPr>
          <p:cNvPr id="5" name="Footer Placeholder 4">
            <a:extLst>
              <a:ext uri="{FF2B5EF4-FFF2-40B4-BE49-F238E27FC236}">
                <a16:creationId xmlns:a16="http://schemas.microsoft.com/office/drawing/2014/main" id="{141CA410-85C4-57F4-F6F0-98856C428C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B73D8C-0973-0AD6-246E-3034AAC29C6D}"/>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3354369929"/>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DE5BD-7099-9E03-A152-90C8F584F6AE}"/>
              </a:ext>
            </a:extLst>
          </p:cNvPr>
          <p:cNvSpPr>
            <a:spLocks noGrp="1"/>
          </p:cNvSpPr>
          <p:nvPr>
            <p:ph type="title"/>
          </p:nvPr>
        </p:nvSpPr>
        <p:spPr>
          <a:xfrm>
            <a:off x="998220" y="2051686"/>
            <a:ext cx="12618720" cy="3423284"/>
          </a:xfrm>
        </p:spPr>
        <p:txBody>
          <a:bodyPr anchor="b"/>
          <a:lstStyle>
            <a:lvl1pPr>
              <a:defRPr sz="72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6F02B2A-ED32-2790-0981-9FD6BDF4F136}"/>
              </a:ext>
            </a:extLst>
          </p:cNvPr>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1EA117-2B7C-4B7D-48D4-0AC7D802B62F}"/>
              </a:ext>
            </a:extLst>
          </p:cNvPr>
          <p:cNvSpPr>
            <a:spLocks noGrp="1"/>
          </p:cNvSpPr>
          <p:nvPr>
            <p:ph type="dt" sz="half" idx="10"/>
          </p:nvPr>
        </p:nvSpPr>
        <p:spPr/>
        <p:txBody>
          <a:bodyPr/>
          <a:lstStyle/>
          <a:p>
            <a:fld id="{6879903A-CF72-4AC0-998D-59565C40B9A7}" type="datetimeFigureOut">
              <a:rPr lang="en-IN" smtClean="0"/>
              <a:t>11-12-2024</a:t>
            </a:fld>
            <a:endParaRPr lang="en-IN"/>
          </a:p>
        </p:txBody>
      </p:sp>
      <p:sp>
        <p:nvSpPr>
          <p:cNvPr id="5" name="Footer Placeholder 4">
            <a:extLst>
              <a:ext uri="{FF2B5EF4-FFF2-40B4-BE49-F238E27FC236}">
                <a16:creationId xmlns:a16="http://schemas.microsoft.com/office/drawing/2014/main" id="{6ECD0086-095D-DB1B-15BD-E2D4A22E5B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978624-F1F3-0117-5036-22CB2958F1B7}"/>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2416891983"/>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BF75A-313E-C21E-107B-BF79380D86A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542AD8-7445-005C-BD8A-80F8A4FC51FC}"/>
              </a:ext>
            </a:extLst>
          </p:cNvPr>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7C07E3A-085E-FBFE-E7E4-0245447901CA}"/>
              </a:ext>
            </a:extLst>
          </p:cNvPr>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ECBCF3E-1330-9290-52FB-B45039FA88C3}"/>
              </a:ext>
            </a:extLst>
          </p:cNvPr>
          <p:cNvSpPr>
            <a:spLocks noGrp="1"/>
          </p:cNvSpPr>
          <p:nvPr>
            <p:ph type="dt" sz="half" idx="10"/>
          </p:nvPr>
        </p:nvSpPr>
        <p:spPr/>
        <p:txBody>
          <a:bodyPr/>
          <a:lstStyle/>
          <a:p>
            <a:fld id="{6879903A-CF72-4AC0-998D-59565C40B9A7}" type="datetimeFigureOut">
              <a:rPr lang="en-IN" smtClean="0"/>
              <a:t>11-12-2024</a:t>
            </a:fld>
            <a:endParaRPr lang="en-IN"/>
          </a:p>
        </p:txBody>
      </p:sp>
      <p:sp>
        <p:nvSpPr>
          <p:cNvPr id="6" name="Footer Placeholder 5">
            <a:extLst>
              <a:ext uri="{FF2B5EF4-FFF2-40B4-BE49-F238E27FC236}">
                <a16:creationId xmlns:a16="http://schemas.microsoft.com/office/drawing/2014/main" id="{92B75F93-FAF6-0A0B-E557-D5C2935E0E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6DC83A5-129C-4B76-38D7-A9EA154215A2}"/>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9028060"/>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00AF4-4FB0-73A8-7F30-2266A2FF99D9}"/>
              </a:ext>
            </a:extLst>
          </p:cNvPr>
          <p:cNvSpPr>
            <a:spLocks noGrp="1"/>
          </p:cNvSpPr>
          <p:nvPr>
            <p:ph type="title"/>
          </p:nvPr>
        </p:nvSpPr>
        <p:spPr>
          <a:xfrm>
            <a:off x="1007746" y="438150"/>
            <a:ext cx="12618720" cy="1590676"/>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3950917-B005-18F1-95B0-45622FC642A8}"/>
              </a:ext>
            </a:extLst>
          </p:cNvPr>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a:extLst>
              <a:ext uri="{FF2B5EF4-FFF2-40B4-BE49-F238E27FC236}">
                <a16:creationId xmlns:a16="http://schemas.microsoft.com/office/drawing/2014/main" id="{09DD06A4-346E-FFF3-208E-8A7B376BBAA5}"/>
              </a:ext>
            </a:extLst>
          </p:cNvPr>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AE89648-7984-D4EE-1CDF-EE85322DCEA4}"/>
              </a:ext>
            </a:extLst>
          </p:cNvPr>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a:extLst>
              <a:ext uri="{FF2B5EF4-FFF2-40B4-BE49-F238E27FC236}">
                <a16:creationId xmlns:a16="http://schemas.microsoft.com/office/drawing/2014/main" id="{A4797448-E265-AF50-371C-96A21C6FAA4C}"/>
              </a:ext>
            </a:extLst>
          </p:cNvPr>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D5BB5CD-2BE9-473B-8F0F-4F039D018733}"/>
              </a:ext>
            </a:extLst>
          </p:cNvPr>
          <p:cNvSpPr>
            <a:spLocks noGrp="1"/>
          </p:cNvSpPr>
          <p:nvPr>
            <p:ph type="dt" sz="half" idx="10"/>
          </p:nvPr>
        </p:nvSpPr>
        <p:spPr/>
        <p:txBody>
          <a:bodyPr/>
          <a:lstStyle/>
          <a:p>
            <a:fld id="{6879903A-CF72-4AC0-998D-59565C40B9A7}" type="datetimeFigureOut">
              <a:rPr lang="en-IN" smtClean="0"/>
              <a:t>11-12-2024</a:t>
            </a:fld>
            <a:endParaRPr lang="en-IN"/>
          </a:p>
        </p:txBody>
      </p:sp>
      <p:sp>
        <p:nvSpPr>
          <p:cNvPr id="8" name="Footer Placeholder 7">
            <a:extLst>
              <a:ext uri="{FF2B5EF4-FFF2-40B4-BE49-F238E27FC236}">
                <a16:creationId xmlns:a16="http://schemas.microsoft.com/office/drawing/2014/main" id="{9D7D8FD8-3B6F-069A-2517-7F04A7DA60E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2C243F3-D462-0ABC-C26B-47BC6D918D96}"/>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479783488"/>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FE11A-84BC-A36D-4EA6-5FE6BB32A27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2765265-63EC-32C1-71FA-737B736E3DEB}"/>
              </a:ext>
            </a:extLst>
          </p:cNvPr>
          <p:cNvSpPr>
            <a:spLocks noGrp="1"/>
          </p:cNvSpPr>
          <p:nvPr>
            <p:ph type="dt" sz="half" idx="10"/>
          </p:nvPr>
        </p:nvSpPr>
        <p:spPr/>
        <p:txBody>
          <a:bodyPr/>
          <a:lstStyle/>
          <a:p>
            <a:fld id="{6879903A-CF72-4AC0-998D-59565C40B9A7}" type="datetimeFigureOut">
              <a:rPr lang="en-IN" smtClean="0"/>
              <a:t>11-12-2024</a:t>
            </a:fld>
            <a:endParaRPr lang="en-IN"/>
          </a:p>
        </p:txBody>
      </p:sp>
      <p:sp>
        <p:nvSpPr>
          <p:cNvPr id="4" name="Footer Placeholder 3">
            <a:extLst>
              <a:ext uri="{FF2B5EF4-FFF2-40B4-BE49-F238E27FC236}">
                <a16:creationId xmlns:a16="http://schemas.microsoft.com/office/drawing/2014/main" id="{01E69898-0ECF-5DA2-1699-46DA6D53411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28561A3-3A06-8A97-133D-1F476C6FCC61}"/>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1555389223"/>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7880A0-2983-0CF5-E301-23719C30B369}"/>
              </a:ext>
            </a:extLst>
          </p:cNvPr>
          <p:cNvSpPr>
            <a:spLocks noGrp="1"/>
          </p:cNvSpPr>
          <p:nvPr>
            <p:ph type="dt" sz="half" idx="10"/>
          </p:nvPr>
        </p:nvSpPr>
        <p:spPr/>
        <p:txBody>
          <a:bodyPr/>
          <a:lstStyle/>
          <a:p>
            <a:fld id="{6879903A-CF72-4AC0-998D-59565C40B9A7}" type="datetimeFigureOut">
              <a:rPr lang="en-IN" smtClean="0"/>
              <a:t>11-12-2024</a:t>
            </a:fld>
            <a:endParaRPr lang="en-IN"/>
          </a:p>
        </p:txBody>
      </p:sp>
      <p:sp>
        <p:nvSpPr>
          <p:cNvPr id="3" name="Footer Placeholder 2">
            <a:extLst>
              <a:ext uri="{FF2B5EF4-FFF2-40B4-BE49-F238E27FC236}">
                <a16:creationId xmlns:a16="http://schemas.microsoft.com/office/drawing/2014/main" id="{8DCABD5B-F44E-1053-6CAD-BCFEDE95C8B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9424CB2-56D0-42E1-4C87-B103C181CCCB}"/>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160581384"/>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74A4-C20B-9A62-81B3-60B39A9492B4}"/>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F854A34-5021-4DA2-0E33-6C0FE95720DF}"/>
              </a:ext>
            </a:extLst>
          </p:cNvPr>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F9E84A4-0810-80CE-407B-B1F80B756F96}"/>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CB9E98F4-0096-BC0D-0E8B-D8DCD909291B}"/>
              </a:ext>
            </a:extLst>
          </p:cNvPr>
          <p:cNvSpPr>
            <a:spLocks noGrp="1"/>
          </p:cNvSpPr>
          <p:nvPr>
            <p:ph type="dt" sz="half" idx="10"/>
          </p:nvPr>
        </p:nvSpPr>
        <p:spPr/>
        <p:txBody>
          <a:bodyPr/>
          <a:lstStyle/>
          <a:p>
            <a:fld id="{6879903A-CF72-4AC0-998D-59565C40B9A7}" type="datetimeFigureOut">
              <a:rPr lang="en-IN" smtClean="0"/>
              <a:t>11-12-2024</a:t>
            </a:fld>
            <a:endParaRPr lang="en-IN"/>
          </a:p>
        </p:txBody>
      </p:sp>
      <p:sp>
        <p:nvSpPr>
          <p:cNvPr id="6" name="Footer Placeholder 5">
            <a:extLst>
              <a:ext uri="{FF2B5EF4-FFF2-40B4-BE49-F238E27FC236}">
                <a16:creationId xmlns:a16="http://schemas.microsoft.com/office/drawing/2014/main" id="{A773B1BE-90C1-8E22-5FB6-44404845D6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06ACF2-CE4A-EAD0-0CC3-B8E1C456152B}"/>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241295776"/>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A00E8-75A8-36A9-4CFC-BD6EA8F6DD15}"/>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7493408-6BA1-F22A-D0A7-3229AA0C3430}"/>
              </a:ext>
            </a:extLst>
          </p:cNvPr>
          <p:cNvSpPr>
            <a:spLocks noGrp="1"/>
          </p:cNvSpPr>
          <p:nvPr>
            <p:ph type="pic" idx="1"/>
          </p:nvPr>
        </p:nvSpPr>
        <p:spPr>
          <a:xfrm>
            <a:off x="6219826" y="1184911"/>
            <a:ext cx="740664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en-IN"/>
          </a:p>
        </p:txBody>
      </p:sp>
      <p:sp>
        <p:nvSpPr>
          <p:cNvPr id="4" name="Text Placeholder 3">
            <a:extLst>
              <a:ext uri="{FF2B5EF4-FFF2-40B4-BE49-F238E27FC236}">
                <a16:creationId xmlns:a16="http://schemas.microsoft.com/office/drawing/2014/main" id="{F0B6F00C-3F35-FA20-F00F-627484CC7EA2}"/>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762FE38A-4BC6-8246-C4EE-E6F4561DB6E6}"/>
              </a:ext>
            </a:extLst>
          </p:cNvPr>
          <p:cNvSpPr>
            <a:spLocks noGrp="1"/>
          </p:cNvSpPr>
          <p:nvPr>
            <p:ph type="dt" sz="half" idx="10"/>
          </p:nvPr>
        </p:nvSpPr>
        <p:spPr/>
        <p:txBody>
          <a:bodyPr/>
          <a:lstStyle/>
          <a:p>
            <a:fld id="{6879903A-CF72-4AC0-998D-59565C40B9A7}" type="datetimeFigureOut">
              <a:rPr lang="en-IN" smtClean="0"/>
              <a:t>11-12-2024</a:t>
            </a:fld>
            <a:endParaRPr lang="en-IN"/>
          </a:p>
        </p:txBody>
      </p:sp>
      <p:sp>
        <p:nvSpPr>
          <p:cNvPr id="6" name="Footer Placeholder 5">
            <a:extLst>
              <a:ext uri="{FF2B5EF4-FFF2-40B4-BE49-F238E27FC236}">
                <a16:creationId xmlns:a16="http://schemas.microsoft.com/office/drawing/2014/main" id="{A501DD58-4406-73B7-65F1-D482C12BF2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B52024E-6C9C-D638-0727-C06767F81DAF}"/>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2015679028"/>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FECE7-9DA5-93E5-B11B-15019D031CA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BF89474-D374-7462-39F4-B6990CE880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7C7FA5-06D3-53D4-9F29-3D706FC1E673}"/>
              </a:ext>
            </a:extLst>
          </p:cNvPr>
          <p:cNvSpPr>
            <a:spLocks noGrp="1"/>
          </p:cNvSpPr>
          <p:nvPr>
            <p:ph type="dt" sz="half" idx="10"/>
          </p:nvPr>
        </p:nvSpPr>
        <p:spPr/>
        <p:txBody>
          <a:bodyPr/>
          <a:lstStyle/>
          <a:p>
            <a:fld id="{6879903A-CF72-4AC0-998D-59565C40B9A7}" type="datetimeFigureOut">
              <a:rPr lang="en-IN" smtClean="0"/>
              <a:t>11-12-2024</a:t>
            </a:fld>
            <a:endParaRPr lang="en-IN"/>
          </a:p>
        </p:txBody>
      </p:sp>
      <p:sp>
        <p:nvSpPr>
          <p:cNvPr id="5" name="Footer Placeholder 4">
            <a:extLst>
              <a:ext uri="{FF2B5EF4-FFF2-40B4-BE49-F238E27FC236}">
                <a16:creationId xmlns:a16="http://schemas.microsoft.com/office/drawing/2014/main" id="{6CE79B7B-B882-C3B2-4B6A-6BDD17F46A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C82F01-9E63-5603-B946-4332BFA6BEA2}"/>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3437823005"/>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CD9CD9-F73B-E5DA-1C4A-1775EA35507D}"/>
              </a:ext>
            </a:extLst>
          </p:cNvPr>
          <p:cNvSpPr>
            <a:spLocks noGrp="1"/>
          </p:cNvSpPr>
          <p:nvPr>
            <p:ph type="title" orient="vert"/>
          </p:nvPr>
        </p:nvSpPr>
        <p:spPr>
          <a:xfrm>
            <a:off x="10469880" y="438150"/>
            <a:ext cx="3154680" cy="6974206"/>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073263-45CE-6192-E3F7-759FA000D40C}"/>
              </a:ext>
            </a:extLst>
          </p:cNvPr>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9352A0-8EFF-8AB7-A847-B4FC905D2A5B}"/>
              </a:ext>
            </a:extLst>
          </p:cNvPr>
          <p:cNvSpPr>
            <a:spLocks noGrp="1"/>
          </p:cNvSpPr>
          <p:nvPr>
            <p:ph type="dt" sz="half" idx="10"/>
          </p:nvPr>
        </p:nvSpPr>
        <p:spPr/>
        <p:txBody>
          <a:bodyPr/>
          <a:lstStyle/>
          <a:p>
            <a:fld id="{6879903A-CF72-4AC0-998D-59565C40B9A7}" type="datetimeFigureOut">
              <a:rPr lang="en-IN" smtClean="0"/>
              <a:t>11-12-2024</a:t>
            </a:fld>
            <a:endParaRPr lang="en-IN"/>
          </a:p>
        </p:txBody>
      </p:sp>
      <p:sp>
        <p:nvSpPr>
          <p:cNvPr id="5" name="Footer Placeholder 4">
            <a:extLst>
              <a:ext uri="{FF2B5EF4-FFF2-40B4-BE49-F238E27FC236}">
                <a16:creationId xmlns:a16="http://schemas.microsoft.com/office/drawing/2014/main" id="{B37FAC64-125B-22E6-19E2-12D74591EC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D05309-BB71-118A-B757-F1DE2D2A8015}"/>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2952167058"/>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90320271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45692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21104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53858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934447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47656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339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slideLayout" Target="../slideLayouts/slideLayout3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19" Type="http://schemas.openxmlformats.org/officeDocument/2006/relationships/theme" Target="../theme/theme2.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64E419-108E-8EF4-BD2E-EFDE6B1FBABF}"/>
              </a:ext>
            </a:extLst>
          </p:cNvPr>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7A14A7B-A865-181B-3065-571A52B20CFD}"/>
              </a:ext>
            </a:extLst>
          </p:cNvPr>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0792BA-39CB-17F7-1B0F-34C08797D246}"/>
              </a:ext>
            </a:extLst>
          </p:cNvPr>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6879903A-CF72-4AC0-998D-59565C40B9A7}" type="datetimeFigureOut">
              <a:rPr lang="en-IN" smtClean="0"/>
              <a:t>11-12-2024</a:t>
            </a:fld>
            <a:endParaRPr lang="en-IN"/>
          </a:p>
        </p:txBody>
      </p:sp>
      <p:sp>
        <p:nvSpPr>
          <p:cNvPr id="5" name="Footer Placeholder 4">
            <a:extLst>
              <a:ext uri="{FF2B5EF4-FFF2-40B4-BE49-F238E27FC236}">
                <a16:creationId xmlns:a16="http://schemas.microsoft.com/office/drawing/2014/main" id="{363B8401-F776-C74E-D92D-C426551E78B0}"/>
              </a:ext>
            </a:extLst>
          </p:cNvPr>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8643861-890B-48EE-A5F2-F8F82388ED27}"/>
              </a:ext>
            </a:extLst>
          </p:cNvPr>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7AC31C39-A834-444A-AF2D-F08D60C3140D}" type="slidenum">
              <a:rPr lang="en-IN" smtClean="0"/>
              <a:t>‹#›</a:t>
            </a:fld>
            <a:endParaRPr lang="en-IN"/>
          </a:p>
        </p:txBody>
      </p:sp>
    </p:spTree>
    <p:extLst>
      <p:ext uri="{BB962C8B-B14F-4D97-AF65-F5344CB8AC3E}">
        <p14:creationId xmlns:p14="http://schemas.microsoft.com/office/powerpoint/2010/main" val="1242159941"/>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64E419-108E-8EF4-BD2E-EFDE6B1FBABF}"/>
              </a:ext>
            </a:extLst>
          </p:cNvPr>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7A14A7B-A865-181B-3065-571A52B20CFD}"/>
              </a:ext>
            </a:extLst>
          </p:cNvPr>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0792BA-39CB-17F7-1B0F-34C08797D246}"/>
              </a:ext>
            </a:extLst>
          </p:cNvPr>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6879903A-CF72-4AC0-998D-59565C40B9A7}" type="datetimeFigureOut">
              <a:rPr lang="en-IN" smtClean="0"/>
              <a:t>11-12-2024</a:t>
            </a:fld>
            <a:endParaRPr lang="en-IN"/>
          </a:p>
        </p:txBody>
      </p:sp>
      <p:sp>
        <p:nvSpPr>
          <p:cNvPr id="5" name="Footer Placeholder 4">
            <a:extLst>
              <a:ext uri="{FF2B5EF4-FFF2-40B4-BE49-F238E27FC236}">
                <a16:creationId xmlns:a16="http://schemas.microsoft.com/office/drawing/2014/main" id="{363B8401-F776-C74E-D92D-C426551E78B0}"/>
              </a:ext>
            </a:extLst>
          </p:cNvPr>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8643861-890B-48EE-A5F2-F8F82388ED27}"/>
              </a:ext>
            </a:extLst>
          </p:cNvPr>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7AC31C39-A834-444A-AF2D-F08D60C3140D}" type="slidenum">
              <a:rPr lang="en-IN" smtClean="0"/>
              <a:t>‹#›</a:t>
            </a:fld>
            <a:endParaRPr lang="en-IN"/>
          </a:p>
        </p:txBody>
      </p:sp>
    </p:spTree>
    <p:extLst>
      <p:ext uri="{BB962C8B-B14F-4D97-AF65-F5344CB8AC3E}">
        <p14:creationId xmlns:p14="http://schemas.microsoft.com/office/powerpoint/2010/main" val="2746526539"/>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 id="2147483720" r:id="rId18"/>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8.xml"/><Relationship Id="rId5" Type="http://schemas.openxmlformats.org/officeDocument/2006/relationships/image" Target="../media/image9.jp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3000"/>
            <a:lum/>
          </a:blip>
          <a:srcRect/>
          <a:stretch>
            <a:fillRect/>
          </a:stretch>
        </a:blipFill>
        <a:effectLst/>
      </p:bgPr>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66936F1-344B-8BF4-8A2C-57F2654626E9}"/>
              </a:ext>
            </a:extLst>
          </p:cNvPr>
          <p:cNvSpPr/>
          <p:nvPr/>
        </p:nvSpPr>
        <p:spPr>
          <a:xfrm>
            <a:off x="1181100" y="738759"/>
            <a:ext cx="12293600" cy="6868541"/>
          </a:xfrm>
          <a:prstGeom prst="roundRect">
            <a:avLst/>
          </a:prstGeom>
          <a:solidFill>
            <a:schemeClr val="bg1">
              <a:alpha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noFill/>
              <a:effectLst/>
              <a:uLnTx/>
              <a:uFillTx/>
              <a:latin typeface="Calibri" panose="020F0502020204030204"/>
              <a:ea typeface="+mn-ea"/>
              <a:cs typeface="+mn-cs"/>
            </a:endParaRPr>
          </a:p>
        </p:txBody>
      </p:sp>
      <p:sp>
        <p:nvSpPr>
          <p:cNvPr id="5" name="TextBox 3">
            <a:extLst>
              <a:ext uri="{FF2B5EF4-FFF2-40B4-BE49-F238E27FC236}">
                <a16:creationId xmlns:a16="http://schemas.microsoft.com/office/drawing/2014/main" id="{8DB8FFF4-A4F0-2460-25A7-4E3ACB6A6546}"/>
              </a:ext>
            </a:extLst>
          </p:cNvPr>
          <p:cNvSpPr txBox="1"/>
          <p:nvPr/>
        </p:nvSpPr>
        <p:spPr>
          <a:xfrm>
            <a:off x="8661535" y="6353993"/>
            <a:ext cx="4358761" cy="11565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1000"/>
              </a:spcBef>
              <a:spcAft>
                <a:spcPts val="0"/>
              </a:spcAft>
              <a:buClrTx/>
              <a:buSzTx/>
              <a:buFontTx/>
              <a:buNone/>
              <a:tabLst/>
              <a:defRPr/>
            </a:pPr>
            <a:r>
              <a:rPr kumimoji="0" lang="en-GB" sz="3379" b="0" i="0" u="none" strike="noStrike" kern="1200" cap="none" spc="0" normalizeH="0" baseline="0" noProof="0" dirty="0">
                <a:ln>
                  <a:noFill/>
                </a:ln>
                <a:solidFill>
                  <a:prstClr val="black"/>
                </a:solidFill>
                <a:effectLst/>
                <a:uLnTx/>
                <a:uFillTx/>
                <a:latin typeface="Roboto Slab" pitchFamily="34" charset="0"/>
                <a:ea typeface="Roboto Slab" pitchFamily="34" charset="-122"/>
                <a:cs typeface="Roboto Slab" pitchFamily="34" charset="-120"/>
              </a:rPr>
              <a:t>Presentation By:</a:t>
            </a:r>
          </a:p>
          <a:p>
            <a:pPr marL="0" marR="0" lvl="0" indent="0" algn="r" defTabSz="914400" rtl="0" eaLnBrk="1" fontAlgn="auto" latinLnBrk="0" hangingPunct="1">
              <a:lnSpc>
                <a:spcPct val="90000"/>
              </a:lnSpc>
              <a:spcBef>
                <a:spcPts val="1000"/>
              </a:spcBef>
              <a:spcAft>
                <a:spcPts val="0"/>
              </a:spcAft>
              <a:buClrTx/>
              <a:buSzTx/>
              <a:buFontTx/>
              <a:buNone/>
              <a:tabLst/>
              <a:defRPr/>
            </a:pPr>
            <a:r>
              <a:rPr kumimoji="0" lang="en-GB" sz="3379" b="0" i="0" u="none" strike="noStrike" kern="1200" cap="none" spc="0" normalizeH="0" baseline="0" noProof="0" dirty="0">
                <a:ln>
                  <a:noFill/>
                </a:ln>
                <a:solidFill>
                  <a:prstClr val="black"/>
                </a:solidFill>
                <a:effectLst/>
                <a:uLnTx/>
                <a:uFillTx/>
                <a:latin typeface="Roboto Slab" pitchFamily="34" charset="0"/>
                <a:ea typeface="Roboto Slab" pitchFamily="34" charset="-122"/>
                <a:cs typeface="Roboto Slab" pitchFamily="34" charset="-120"/>
              </a:rPr>
              <a:t>Adnan Khan</a:t>
            </a:r>
          </a:p>
        </p:txBody>
      </p:sp>
      <p:sp>
        <p:nvSpPr>
          <p:cNvPr id="6" name="TextBox 8">
            <a:extLst>
              <a:ext uri="{FF2B5EF4-FFF2-40B4-BE49-F238E27FC236}">
                <a16:creationId xmlns:a16="http://schemas.microsoft.com/office/drawing/2014/main" id="{B090B552-1F22-DE37-49F6-30E6E54221FA}"/>
              </a:ext>
            </a:extLst>
          </p:cNvPr>
          <p:cNvSpPr txBox="1"/>
          <p:nvPr/>
        </p:nvSpPr>
        <p:spPr>
          <a:xfrm>
            <a:off x="3783330" y="4302629"/>
            <a:ext cx="7768397" cy="1866408"/>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lnSpc>
                <a:spcPct val="90000"/>
              </a:lnSpc>
              <a:spcBef>
                <a:spcPts val="1000"/>
              </a:spcBef>
            </a:pPr>
            <a:endParaRPr lang="en-US" sz="3380" dirty="0">
              <a:solidFill>
                <a:schemeClr val="tx1"/>
              </a:solidFill>
            </a:endParaRPr>
          </a:p>
          <a:p>
            <a:pPr algn="ctr">
              <a:lnSpc>
                <a:spcPts val="4224"/>
              </a:lnSpc>
              <a:spcBef>
                <a:spcPts val="1000"/>
              </a:spcBef>
            </a:pPr>
            <a:r>
              <a:rPr lang="en-US" sz="3380" dirty="0">
                <a:solidFill>
                  <a:schemeClr val="tx1"/>
                </a:solidFill>
                <a:latin typeface="Roboto Slab" pitchFamily="34" charset="0"/>
                <a:ea typeface="Roboto Slab" pitchFamily="34" charset="-122"/>
                <a:cs typeface="Roboto Slab" pitchFamily="34" charset="-120"/>
              </a:rPr>
              <a:t>Group Discussion</a:t>
            </a:r>
          </a:p>
          <a:p>
            <a:pPr algn="ctr">
              <a:lnSpc>
                <a:spcPts val="4224"/>
              </a:lnSpc>
              <a:spcBef>
                <a:spcPts val="1000"/>
              </a:spcBef>
            </a:pPr>
            <a:r>
              <a:rPr lang="en-US" sz="3380" dirty="0">
                <a:solidFill>
                  <a:schemeClr val="tx1"/>
                </a:solidFill>
                <a:latin typeface="Roboto Slab" pitchFamily="34" charset="0"/>
                <a:ea typeface="Roboto Slab" pitchFamily="34" charset="-122"/>
                <a:cs typeface="Roboto Slab" pitchFamily="34" charset="-120"/>
              </a:rPr>
              <a:t>IT (3</a:t>
            </a:r>
            <a:r>
              <a:rPr lang="en-US" sz="3380" baseline="30000" dirty="0">
                <a:solidFill>
                  <a:schemeClr val="tx1"/>
                </a:solidFill>
                <a:latin typeface="Roboto Slab" pitchFamily="34" charset="0"/>
                <a:ea typeface="Roboto Slab" pitchFamily="34" charset="-122"/>
                <a:cs typeface="Roboto Slab" pitchFamily="34" charset="-120"/>
              </a:rPr>
              <a:t>rd</a:t>
            </a:r>
            <a:r>
              <a:rPr lang="en-US" sz="3380" dirty="0">
                <a:solidFill>
                  <a:schemeClr val="tx1"/>
                </a:solidFill>
                <a:latin typeface="Roboto Slab" pitchFamily="34" charset="0"/>
                <a:ea typeface="Roboto Slab" pitchFamily="34" charset="-122"/>
                <a:cs typeface="Roboto Slab" pitchFamily="34" charset="-120"/>
              </a:rPr>
              <a:t> Sem)</a:t>
            </a:r>
          </a:p>
        </p:txBody>
      </p:sp>
      <p:sp>
        <p:nvSpPr>
          <p:cNvPr id="8" name="TextBox 7">
            <a:extLst>
              <a:ext uri="{FF2B5EF4-FFF2-40B4-BE49-F238E27FC236}">
                <a16:creationId xmlns:a16="http://schemas.microsoft.com/office/drawing/2014/main" id="{4EC5A720-E60F-1625-0D57-8C17C1556246}"/>
              </a:ext>
            </a:extLst>
          </p:cNvPr>
          <p:cNvSpPr txBox="1"/>
          <p:nvPr/>
        </p:nvSpPr>
        <p:spPr>
          <a:xfrm>
            <a:off x="2866397" y="2899642"/>
            <a:ext cx="9647550" cy="1965218"/>
          </a:xfrm>
          <a:prstGeom prst="rect">
            <a:avLst/>
          </a:prstGeom>
          <a:noFill/>
        </p:spPr>
        <p:txBody>
          <a:bodyPr wrap="square" rtlCol="0">
            <a:spAutoFit/>
          </a:bodyPr>
          <a:lstStyle/>
          <a:p>
            <a:pPr algn="ctr">
              <a:lnSpc>
                <a:spcPts val="7545"/>
              </a:lnSpc>
            </a:pPr>
            <a:r>
              <a:rPr lang="en-US" sz="6000" dirty="0">
                <a:solidFill>
                  <a:srgbClr val="476FD6"/>
                </a:solidFill>
                <a:latin typeface="Roboto Slab" pitchFamily="34" charset="0"/>
                <a:ea typeface="Roboto Slab" pitchFamily="34" charset="-122"/>
                <a:cs typeface="Roboto Slab" pitchFamily="34" charset="-120"/>
              </a:rPr>
              <a:t>Cultural and Educational Rights</a:t>
            </a:r>
            <a:endParaRPr lang="en-IN" sz="6000" dirty="0">
              <a:solidFill>
                <a:srgbClr val="476FD6"/>
              </a:solidFill>
              <a:latin typeface="Roboto Slab" pitchFamily="34" charset="0"/>
              <a:ea typeface="Roboto Slab" pitchFamily="34" charset="-122"/>
              <a:cs typeface="Roboto Slab" pitchFamily="34" charset="-120"/>
            </a:endParaRPr>
          </a:p>
        </p:txBody>
      </p:sp>
      <p:pic>
        <p:nvPicPr>
          <p:cNvPr id="2" name="Picture 1">
            <a:extLst>
              <a:ext uri="{FF2B5EF4-FFF2-40B4-BE49-F238E27FC236}">
                <a16:creationId xmlns:a16="http://schemas.microsoft.com/office/drawing/2014/main" id="{CEAFA563-AD96-14A5-6F6F-A15A0BC2E459}"/>
              </a:ext>
            </a:extLst>
          </p:cNvPr>
          <p:cNvPicPr>
            <a:picLocks noChangeAspect="1"/>
          </p:cNvPicPr>
          <p:nvPr/>
        </p:nvPicPr>
        <p:blipFill>
          <a:blip r:embed="rId3"/>
          <a:stretch>
            <a:fillRect/>
          </a:stretch>
        </p:blipFill>
        <p:spPr>
          <a:xfrm>
            <a:off x="6334179" y="892737"/>
            <a:ext cx="1941494" cy="2072122"/>
          </a:xfrm>
          <a:prstGeom prst="rect">
            <a:avLst/>
          </a:prstGeom>
        </p:spPr>
      </p:pic>
    </p:spTree>
    <p:extLst>
      <p:ext uri="{BB962C8B-B14F-4D97-AF65-F5344CB8AC3E}">
        <p14:creationId xmlns:p14="http://schemas.microsoft.com/office/powerpoint/2010/main" val="12348962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Text 1"/>
          <p:cNvSpPr/>
          <p:nvPr/>
        </p:nvSpPr>
        <p:spPr>
          <a:xfrm>
            <a:off x="806434" y="3266652"/>
            <a:ext cx="8761078" cy="3898802"/>
          </a:xfrm>
          <a:prstGeom prst="rect">
            <a:avLst/>
          </a:prstGeom>
          <a:noFill/>
          <a:ln/>
        </p:spPr>
        <p:txBody>
          <a:bodyPr wrap="square" lIns="0" tIns="0" rIns="0" bIns="0" rtlCol="0" anchor="t"/>
          <a:lstStyle/>
          <a:p>
            <a:pPr algn="just"/>
            <a:r>
              <a:rPr lang="en-US" sz="3200" dirty="0">
                <a:latin typeface="Roboto Slab" pitchFamily="2" charset="0"/>
                <a:ea typeface="Roboto Slab" pitchFamily="2" charset="0"/>
                <a:cs typeface="Roboto Slab" pitchFamily="2" charset="0"/>
              </a:rPr>
              <a:t>In this presentation we will discuss the importance of cultural and educational rights. We'll look at the laws that protect them, and the challenges they face. It will cover the value of education, the need to protect cultural traditions, and the importance of creating inclusive and diverse learning spaces.</a:t>
            </a:r>
          </a:p>
        </p:txBody>
      </p:sp>
      <p:sp>
        <p:nvSpPr>
          <p:cNvPr id="5" name="Shape 2"/>
          <p:cNvSpPr/>
          <p:nvPr/>
        </p:nvSpPr>
        <p:spPr>
          <a:xfrm>
            <a:off x="758309" y="6394490"/>
            <a:ext cx="346591" cy="346591"/>
          </a:xfrm>
          <a:prstGeom prst="roundRect">
            <a:avLst>
              <a:gd name="adj" fmla="val 26380043"/>
            </a:avLst>
          </a:prstGeom>
          <a:noFill/>
          <a:ln w="7620">
            <a:solidFill>
              <a:srgbClr val="FFFFFF"/>
            </a:solidFill>
            <a:prstDash val="solid"/>
          </a:ln>
        </p:spPr>
        <p:txBody>
          <a:bodyPr/>
          <a:lstStyle/>
          <a:p>
            <a:endParaRPr lang="en-IN"/>
          </a:p>
        </p:txBody>
      </p:sp>
      <p:pic>
        <p:nvPicPr>
          <p:cNvPr id="6" name="Picture 5">
            <a:extLst>
              <a:ext uri="{FF2B5EF4-FFF2-40B4-BE49-F238E27FC236}">
                <a16:creationId xmlns:a16="http://schemas.microsoft.com/office/drawing/2014/main" id="{40D436CC-7741-7A96-B7DB-9C291251340A}"/>
              </a:ext>
            </a:extLst>
          </p:cNvPr>
          <p:cNvPicPr>
            <a:picLocks noChangeAspect="1"/>
          </p:cNvPicPr>
          <p:nvPr/>
        </p:nvPicPr>
        <p:blipFill rotWithShape="1">
          <a:blip r:embed="rId3"/>
          <a:srcRect r="31944"/>
          <a:stretch/>
        </p:blipFill>
        <p:spPr>
          <a:xfrm>
            <a:off x="8959850" y="0"/>
            <a:ext cx="5600700" cy="8229600"/>
          </a:xfrm>
          <a:prstGeom prst="rect">
            <a:avLst/>
          </a:prstGeom>
        </p:spPr>
      </p:pic>
      <p:sp>
        <p:nvSpPr>
          <p:cNvPr id="2" name="Text 0">
            <a:extLst>
              <a:ext uri="{FF2B5EF4-FFF2-40B4-BE49-F238E27FC236}">
                <a16:creationId xmlns:a16="http://schemas.microsoft.com/office/drawing/2014/main" id="{D0176574-13D5-5280-4054-D8B64AA0A926}"/>
              </a:ext>
            </a:extLst>
          </p:cNvPr>
          <p:cNvSpPr/>
          <p:nvPr/>
        </p:nvSpPr>
        <p:spPr>
          <a:xfrm>
            <a:off x="758308" y="1113549"/>
            <a:ext cx="8201541" cy="2291385"/>
          </a:xfrm>
          <a:prstGeom prst="rect">
            <a:avLst/>
          </a:prstGeom>
          <a:noFill/>
          <a:ln/>
        </p:spPr>
        <p:txBody>
          <a:bodyPr wrap="square" lIns="0" tIns="0" rIns="0" bIns="0" rtlCol="0" anchor="t"/>
          <a:lstStyle/>
          <a:p>
            <a:pPr marL="0" indent="0">
              <a:lnSpc>
                <a:spcPts val="7700"/>
              </a:lnSpc>
              <a:buNone/>
            </a:pPr>
            <a:r>
              <a:rPr lang="en-US" sz="6150" dirty="0">
                <a:latin typeface="Roboto Slab" pitchFamily="2" charset="0"/>
                <a:ea typeface="Roboto Slab" pitchFamily="2" charset="0"/>
                <a:cs typeface="Roboto Slab" pitchFamily="2" charset="0"/>
              </a:rPr>
              <a:t>Introduction of Presentation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anim calcmode="lin" valueType="num">
                                      <p:cBhvr>
                                        <p:cTn id="8" dur="750" fill="hold"/>
                                        <p:tgtEl>
                                          <p:spTgt spid="4"/>
                                        </p:tgtEl>
                                        <p:attrNameLst>
                                          <p:attrName>ppt_x</p:attrName>
                                        </p:attrNameLst>
                                      </p:cBhvr>
                                      <p:tavLst>
                                        <p:tav tm="0">
                                          <p:val>
                                            <p:strVal val="#ppt_x"/>
                                          </p:val>
                                        </p:tav>
                                        <p:tav tm="100000">
                                          <p:val>
                                            <p:strVal val="#ppt_x"/>
                                          </p:val>
                                        </p:tav>
                                      </p:tavLst>
                                    </p:anim>
                                    <p:anim calcmode="lin" valueType="num">
                                      <p:cBhvr>
                                        <p:cTn id="9" dur="7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CD70A0C-A17D-3422-D5C3-9BEBD406F420}"/>
              </a:ext>
            </a:extLst>
          </p:cNvPr>
          <p:cNvSpPr/>
          <p:nvPr/>
        </p:nvSpPr>
        <p:spPr>
          <a:xfrm>
            <a:off x="5794320" y="628891"/>
            <a:ext cx="8687800" cy="1417558"/>
          </a:xfrm>
          <a:prstGeom prst="rect">
            <a:avLst/>
          </a:prstGeom>
          <a:noFill/>
          <a:ln/>
        </p:spPr>
        <p:txBody>
          <a:bodyPr wrap="square" lIns="0" tIns="0" rIns="0" bIns="0" rtlCol="0" anchor="t"/>
          <a:lstStyle/>
          <a:p>
            <a:pPr marL="0" indent="0">
              <a:lnSpc>
                <a:spcPts val="5550"/>
              </a:lnSpc>
              <a:buNone/>
            </a:pPr>
            <a:r>
              <a:rPr lang="en-US" sz="5400" dirty="0">
                <a:latin typeface="Roboto Slab" pitchFamily="2" charset="0"/>
                <a:ea typeface="Roboto Slab" pitchFamily="2" charset="0"/>
                <a:cs typeface="Roboto Slab" pitchFamily="2" charset="0"/>
              </a:rPr>
              <a:t>Defining Cultural and Educational Rights</a:t>
            </a:r>
          </a:p>
        </p:txBody>
      </p:sp>
      <p:sp>
        <p:nvSpPr>
          <p:cNvPr id="5" name="Text 1">
            <a:extLst>
              <a:ext uri="{FF2B5EF4-FFF2-40B4-BE49-F238E27FC236}">
                <a16:creationId xmlns:a16="http://schemas.microsoft.com/office/drawing/2014/main" id="{537314A4-C629-2757-91D6-5F6365B1EF96}"/>
              </a:ext>
            </a:extLst>
          </p:cNvPr>
          <p:cNvSpPr/>
          <p:nvPr/>
        </p:nvSpPr>
        <p:spPr>
          <a:xfrm>
            <a:off x="5794320" y="2384584"/>
            <a:ext cx="8687800" cy="2259601"/>
          </a:xfrm>
          <a:prstGeom prst="rect">
            <a:avLst/>
          </a:prstGeom>
          <a:noFill/>
          <a:ln/>
        </p:spPr>
        <p:txBody>
          <a:bodyPr wrap="square" lIns="0" tIns="0" rIns="0" bIns="0" rtlCol="0" anchor="t"/>
          <a:lstStyle/>
          <a:p>
            <a:pPr algn="just"/>
            <a:r>
              <a:rPr lang="en-US" sz="3200" dirty="0">
                <a:latin typeface="Roboto Slab" pitchFamily="2" charset="0"/>
                <a:ea typeface="Roboto Slab" pitchFamily="2" charset="0"/>
                <a:cs typeface="Roboto Slab" pitchFamily="2" charset="0"/>
              </a:rPr>
              <a:t>The Right to Culture: </a:t>
            </a:r>
            <a:endParaRPr lang="en-US" sz="3200" dirty="0">
              <a:solidFill>
                <a:srgbClr val="404155"/>
              </a:solidFill>
              <a:latin typeface="Nobile" pitchFamily="34" charset="0"/>
              <a:ea typeface="Nobile" pitchFamily="34" charset="-122"/>
              <a:cs typeface="Nobile" pitchFamily="34" charset="-120"/>
            </a:endParaRPr>
          </a:p>
          <a:p>
            <a:pPr algn="just"/>
            <a:r>
              <a:rPr lang="en-US" sz="3200" dirty="0">
                <a:solidFill>
                  <a:srgbClr val="404155"/>
                </a:solidFill>
                <a:latin typeface="Nobile" pitchFamily="34" charset="0"/>
                <a:ea typeface="Nobile" pitchFamily="34" charset="-122"/>
                <a:cs typeface="Nobile" pitchFamily="34" charset="-120"/>
              </a:rPr>
              <a:t>Everyone has the right to take part in cultural activities and freely express themselves through art and traditions.</a:t>
            </a:r>
          </a:p>
        </p:txBody>
      </p:sp>
      <p:sp>
        <p:nvSpPr>
          <p:cNvPr id="7" name="Text 1">
            <a:extLst>
              <a:ext uri="{FF2B5EF4-FFF2-40B4-BE49-F238E27FC236}">
                <a16:creationId xmlns:a16="http://schemas.microsoft.com/office/drawing/2014/main" id="{625F3536-02E5-8972-3207-3D1DEF2679AD}"/>
              </a:ext>
            </a:extLst>
          </p:cNvPr>
          <p:cNvSpPr/>
          <p:nvPr/>
        </p:nvSpPr>
        <p:spPr>
          <a:xfrm>
            <a:off x="5794320" y="4763588"/>
            <a:ext cx="8687800" cy="2259601"/>
          </a:xfrm>
          <a:prstGeom prst="rect">
            <a:avLst/>
          </a:prstGeom>
          <a:noFill/>
          <a:ln/>
        </p:spPr>
        <p:txBody>
          <a:bodyPr wrap="square" lIns="0" tIns="0" rIns="0" bIns="0" rtlCol="0" anchor="t"/>
          <a:lstStyle/>
          <a:p>
            <a:pPr algn="just"/>
            <a:r>
              <a:rPr lang="en-US" sz="3200" dirty="0">
                <a:latin typeface="Roboto Slab" pitchFamily="2" charset="0"/>
                <a:ea typeface="Roboto Slab" pitchFamily="2" charset="0"/>
                <a:cs typeface="Roboto Slab" pitchFamily="2" charset="0"/>
              </a:rPr>
              <a:t>The Right to Education: </a:t>
            </a:r>
            <a:endParaRPr lang="en-US" sz="3200" dirty="0">
              <a:solidFill>
                <a:srgbClr val="404155"/>
              </a:solidFill>
              <a:latin typeface="Nobile" pitchFamily="34" charset="0"/>
              <a:ea typeface="Nobile" pitchFamily="34" charset="-122"/>
              <a:cs typeface="Nobile" pitchFamily="34" charset="-120"/>
            </a:endParaRPr>
          </a:p>
          <a:p>
            <a:pPr algn="just"/>
            <a:r>
              <a:rPr lang="en-US" sz="3200" dirty="0">
                <a:solidFill>
                  <a:srgbClr val="404155"/>
                </a:solidFill>
                <a:latin typeface="Nobile" pitchFamily="34" charset="0"/>
                <a:ea typeface="Nobile" pitchFamily="34" charset="-122"/>
                <a:cs typeface="Nobile" pitchFamily="34" charset="-120"/>
              </a:rPr>
              <a:t>The right to get quality education without discrimination and to develop critical thinking skills.</a:t>
            </a:r>
          </a:p>
        </p:txBody>
      </p:sp>
      <p:pic>
        <p:nvPicPr>
          <p:cNvPr id="8" name="Image 0" descr="preencoded.png"/>
          <p:cNvPicPr>
            <a:picLocks noChangeAspect="1"/>
          </p:cNvPicPr>
          <p:nvPr/>
        </p:nvPicPr>
        <p:blipFill>
          <a:blip r:embed="rId2"/>
          <a:stretch>
            <a:fillRect/>
          </a:stretch>
        </p:blipFill>
        <p:spPr>
          <a:xfrm>
            <a:off x="0" y="0"/>
            <a:ext cx="5486400" cy="8229600"/>
          </a:xfrm>
          <a:prstGeom prst="rect">
            <a:avLst/>
          </a:prstGeom>
        </p:spPr>
      </p:pic>
    </p:spTree>
    <p:extLst>
      <p:ext uri="{BB962C8B-B14F-4D97-AF65-F5344CB8AC3E}">
        <p14:creationId xmlns:p14="http://schemas.microsoft.com/office/powerpoint/2010/main" val="15489445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50"/>
                                        <p:tgtEl>
                                          <p:spTgt spid="5"/>
                                        </p:tgtEl>
                                      </p:cBhvr>
                                    </p:animEffect>
                                    <p:anim calcmode="lin" valueType="num">
                                      <p:cBhvr>
                                        <p:cTn id="8" dur="750" fill="hold"/>
                                        <p:tgtEl>
                                          <p:spTgt spid="5"/>
                                        </p:tgtEl>
                                        <p:attrNameLst>
                                          <p:attrName>ppt_x</p:attrName>
                                        </p:attrNameLst>
                                      </p:cBhvr>
                                      <p:tavLst>
                                        <p:tav tm="0">
                                          <p:val>
                                            <p:strVal val="#ppt_x"/>
                                          </p:val>
                                        </p:tav>
                                        <p:tav tm="100000">
                                          <p:val>
                                            <p:strVal val="#ppt_x"/>
                                          </p:val>
                                        </p:tav>
                                      </p:tavLst>
                                    </p:anim>
                                    <p:anim calcmode="lin" valueType="num">
                                      <p:cBhvr>
                                        <p:cTn id="9" dur="75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50"/>
                                        <p:tgtEl>
                                          <p:spTgt spid="7"/>
                                        </p:tgtEl>
                                      </p:cBhvr>
                                    </p:animEffect>
                                    <p:anim calcmode="lin" valueType="num">
                                      <p:cBhvr>
                                        <p:cTn id="15" dur="750" fill="hold"/>
                                        <p:tgtEl>
                                          <p:spTgt spid="7"/>
                                        </p:tgtEl>
                                        <p:attrNameLst>
                                          <p:attrName>ppt_x</p:attrName>
                                        </p:attrNameLst>
                                      </p:cBhvr>
                                      <p:tavLst>
                                        <p:tav tm="0">
                                          <p:val>
                                            <p:strVal val="#ppt_x"/>
                                          </p:val>
                                        </p:tav>
                                        <p:tav tm="100000">
                                          <p:val>
                                            <p:strVal val="#ppt_x"/>
                                          </p:val>
                                        </p:tav>
                                      </p:tavLst>
                                    </p:anim>
                                    <p:anim calcmode="lin" valueType="num">
                                      <p:cBhvr>
                                        <p:cTn id="16" dur="7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A0D02872-740C-2AC2-3723-5C5E533CF5B6}"/>
              </a:ext>
            </a:extLst>
          </p:cNvPr>
          <p:cNvPicPr>
            <a:picLocks noChangeAspect="1"/>
          </p:cNvPicPr>
          <p:nvPr/>
        </p:nvPicPr>
        <p:blipFill>
          <a:blip r:embed="rId2"/>
          <a:stretch>
            <a:fillRect/>
          </a:stretch>
        </p:blipFill>
        <p:spPr>
          <a:xfrm>
            <a:off x="0" y="0"/>
            <a:ext cx="5486400" cy="8229600"/>
          </a:xfrm>
          <a:prstGeom prst="rect">
            <a:avLst/>
          </a:prstGeom>
        </p:spPr>
      </p:pic>
      <p:sp>
        <p:nvSpPr>
          <p:cNvPr id="3" name="Text 0">
            <a:extLst>
              <a:ext uri="{FF2B5EF4-FFF2-40B4-BE49-F238E27FC236}">
                <a16:creationId xmlns:a16="http://schemas.microsoft.com/office/drawing/2014/main" id="{E63798C8-AA39-F143-B1C6-A68C0B1C4A1A}"/>
              </a:ext>
            </a:extLst>
          </p:cNvPr>
          <p:cNvSpPr/>
          <p:nvPr/>
        </p:nvSpPr>
        <p:spPr>
          <a:xfrm>
            <a:off x="6280190" y="2203371"/>
            <a:ext cx="6860500" cy="708779"/>
          </a:xfrm>
          <a:prstGeom prst="rect">
            <a:avLst/>
          </a:prstGeom>
          <a:noFill/>
          <a:ln/>
        </p:spPr>
        <p:txBody>
          <a:bodyPr wrap="none" lIns="0" tIns="0" rIns="0" bIns="0" rtlCol="0" anchor="t"/>
          <a:lstStyle/>
          <a:p>
            <a:pPr marL="0" indent="0">
              <a:lnSpc>
                <a:spcPts val="5550"/>
              </a:lnSpc>
              <a:buNone/>
            </a:pPr>
            <a:r>
              <a:rPr lang="en-US" sz="4450" dirty="0">
                <a:solidFill>
                  <a:srgbClr val="1B1B27"/>
                </a:solidFill>
                <a:latin typeface="Corben" pitchFamily="34" charset="0"/>
                <a:ea typeface="Corben" pitchFamily="34" charset="-122"/>
                <a:cs typeface="Corben" pitchFamily="34" charset="-120"/>
              </a:rPr>
              <a:t>Constitutional Provisions</a:t>
            </a:r>
            <a:endParaRPr lang="en-US" sz="4450" dirty="0"/>
          </a:p>
        </p:txBody>
      </p:sp>
      <p:sp>
        <p:nvSpPr>
          <p:cNvPr id="4" name="Shape 1">
            <a:extLst>
              <a:ext uri="{FF2B5EF4-FFF2-40B4-BE49-F238E27FC236}">
                <a16:creationId xmlns:a16="http://schemas.microsoft.com/office/drawing/2014/main" id="{434C9129-CE34-A37C-E801-6E87CE5BD105}"/>
              </a:ext>
            </a:extLst>
          </p:cNvPr>
          <p:cNvSpPr/>
          <p:nvPr/>
        </p:nvSpPr>
        <p:spPr>
          <a:xfrm>
            <a:off x="6280190" y="3252311"/>
            <a:ext cx="3664863" cy="2773799"/>
          </a:xfrm>
          <a:prstGeom prst="roundRect">
            <a:avLst>
              <a:gd name="adj" fmla="val 3435"/>
            </a:avLst>
          </a:prstGeom>
          <a:solidFill>
            <a:srgbClr val="D2D9F9"/>
          </a:solidFill>
          <a:ln w="7620">
            <a:solidFill>
              <a:srgbClr val="B8BFDF"/>
            </a:solidFill>
            <a:prstDash val="solid"/>
          </a:ln>
        </p:spPr>
        <p:txBody>
          <a:bodyPr/>
          <a:lstStyle/>
          <a:p>
            <a:endParaRPr lang="en-IN"/>
          </a:p>
        </p:txBody>
      </p:sp>
      <p:sp>
        <p:nvSpPr>
          <p:cNvPr id="5" name="Text 2">
            <a:extLst>
              <a:ext uri="{FF2B5EF4-FFF2-40B4-BE49-F238E27FC236}">
                <a16:creationId xmlns:a16="http://schemas.microsoft.com/office/drawing/2014/main" id="{007AC5DF-610A-B7BB-5A5D-F5E3189BAEDD}"/>
              </a:ext>
            </a:extLst>
          </p:cNvPr>
          <p:cNvSpPr/>
          <p:nvPr/>
        </p:nvSpPr>
        <p:spPr>
          <a:xfrm>
            <a:off x="6514624" y="3486745"/>
            <a:ext cx="2835235" cy="354330"/>
          </a:xfrm>
          <a:prstGeom prst="rect">
            <a:avLst/>
          </a:prstGeom>
          <a:noFill/>
          <a:ln/>
        </p:spPr>
        <p:txBody>
          <a:bodyPr wrap="none" lIns="0" tIns="0" rIns="0" bIns="0" rtlCol="0" anchor="t"/>
          <a:lstStyle/>
          <a:p>
            <a:pPr marL="0" indent="0">
              <a:lnSpc>
                <a:spcPts val="2750"/>
              </a:lnSpc>
              <a:buNone/>
            </a:pPr>
            <a:r>
              <a:rPr lang="en-US" sz="2200" dirty="0">
                <a:solidFill>
                  <a:srgbClr val="404155"/>
                </a:solidFill>
                <a:latin typeface="Corben" pitchFamily="34" charset="0"/>
                <a:ea typeface="Corben" pitchFamily="34" charset="-122"/>
                <a:cs typeface="Corben" pitchFamily="34" charset="-120"/>
              </a:rPr>
              <a:t>Article 29</a:t>
            </a:r>
            <a:endParaRPr lang="en-US" sz="2200" dirty="0"/>
          </a:p>
        </p:txBody>
      </p:sp>
      <p:sp>
        <p:nvSpPr>
          <p:cNvPr id="6" name="Text 3">
            <a:extLst>
              <a:ext uri="{FF2B5EF4-FFF2-40B4-BE49-F238E27FC236}">
                <a16:creationId xmlns:a16="http://schemas.microsoft.com/office/drawing/2014/main" id="{437B591A-C447-8469-A570-57CDF20D04C6}"/>
              </a:ext>
            </a:extLst>
          </p:cNvPr>
          <p:cNvSpPr/>
          <p:nvPr/>
        </p:nvSpPr>
        <p:spPr>
          <a:xfrm>
            <a:off x="6514624" y="3977164"/>
            <a:ext cx="3195995" cy="1088708"/>
          </a:xfrm>
          <a:prstGeom prst="rect">
            <a:avLst/>
          </a:prstGeom>
          <a:noFill/>
          <a:ln/>
        </p:spPr>
        <p:txBody>
          <a:bodyPr wrap="square" lIns="0" tIns="0" rIns="0" bIns="0" rtlCol="0" anchor="t"/>
          <a:lstStyle/>
          <a:p>
            <a:pPr marL="0" indent="0">
              <a:lnSpc>
                <a:spcPts val="2850"/>
              </a:lnSpc>
              <a:buNone/>
            </a:pPr>
            <a:r>
              <a:rPr lang="en-US" sz="1750" dirty="0">
                <a:solidFill>
                  <a:srgbClr val="404155"/>
                </a:solidFill>
                <a:latin typeface="Nobile" pitchFamily="34" charset="0"/>
                <a:ea typeface="Nobile" pitchFamily="34" charset="-122"/>
                <a:cs typeface="Nobile" pitchFamily="34" charset="-120"/>
              </a:rPr>
              <a:t>Protects the right of minorities to preserve their language, script, and culture.</a:t>
            </a:r>
            <a:endParaRPr lang="en-US" sz="1750" dirty="0"/>
          </a:p>
        </p:txBody>
      </p:sp>
      <p:sp>
        <p:nvSpPr>
          <p:cNvPr id="7" name="Shape 4">
            <a:extLst>
              <a:ext uri="{FF2B5EF4-FFF2-40B4-BE49-F238E27FC236}">
                <a16:creationId xmlns:a16="http://schemas.microsoft.com/office/drawing/2014/main" id="{A2D42CEC-CA59-D5BE-1F50-20BC149D79B6}"/>
              </a:ext>
            </a:extLst>
          </p:cNvPr>
          <p:cNvSpPr/>
          <p:nvPr/>
        </p:nvSpPr>
        <p:spPr>
          <a:xfrm>
            <a:off x="10171867" y="3252311"/>
            <a:ext cx="3664863" cy="2773799"/>
          </a:xfrm>
          <a:prstGeom prst="roundRect">
            <a:avLst>
              <a:gd name="adj" fmla="val 3435"/>
            </a:avLst>
          </a:prstGeom>
          <a:solidFill>
            <a:srgbClr val="D2D9F9"/>
          </a:solidFill>
          <a:ln w="7620">
            <a:solidFill>
              <a:srgbClr val="B8BFDF"/>
            </a:solidFill>
            <a:prstDash val="solid"/>
          </a:ln>
        </p:spPr>
        <p:txBody>
          <a:bodyPr/>
          <a:lstStyle/>
          <a:p>
            <a:endParaRPr lang="en-IN"/>
          </a:p>
        </p:txBody>
      </p:sp>
      <p:sp>
        <p:nvSpPr>
          <p:cNvPr id="8" name="Text 5">
            <a:extLst>
              <a:ext uri="{FF2B5EF4-FFF2-40B4-BE49-F238E27FC236}">
                <a16:creationId xmlns:a16="http://schemas.microsoft.com/office/drawing/2014/main" id="{35164087-FEAD-D1A2-CA8E-D91ADC1A9B7F}"/>
              </a:ext>
            </a:extLst>
          </p:cNvPr>
          <p:cNvSpPr/>
          <p:nvPr/>
        </p:nvSpPr>
        <p:spPr>
          <a:xfrm>
            <a:off x="10406301" y="3486745"/>
            <a:ext cx="2835235" cy="354330"/>
          </a:xfrm>
          <a:prstGeom prst="rect">
            <a:avLst/>
          </a:prstGeom>
          <a:noFill/>
          <a:ln/>
        </p:spPr>
        <p:txBody>
          <a:bodyPr wrap="none" lIns="0" tIns="0" rIns="0" bIns="0" rtlCol="0" anchor="t"/>
          <a:lstStyle/>
          <a:p>
            <a:pPr marL="0" indent="0">
              <a:lnSpc>
                <a:spcPts val="2750"/>
              </a:lnSpc>
              <a:buNone/>
            </a:pPr>
            <a:r>
              <a:rPr lang="en-US" sz="2200" dirty="0">
                <a:solidFill>
                  <a:srgbClr val="404155"/>
                </a:solidFill>
                <a:latin typeface="Corben" pitchFamily="34" charset="0"/>
                <a:ea typeface="Corben" pitchFamily="34" charset="-122"/>
                <a:cs typeface="Corben" pitchFamily="34" charset="-120"/>
              </a:rPr>
              <a:t>Article 30</a:t>
            </a:r>
            <a:endParaRPr lang="en-US" sz="2200" dirty="0"/>
          </a:p>
        </p:txBody>
      </p:sp>
      <p:sp>
        <p:nvSpPr>
          <p:cNvPr id="9" name="Text 6">
            <a:extLst>
              <a:ext uri="{FF2B5EF4-FFF2-40B4-BE49-F238E27FC236}">
                <a16:creationId xmlns:a16="http://schemas.microsoft.com/office/drawing/2014/main" id="{E99D0E65-884E-BDC8-10AA-8B6CF979AF71}"/>
              </a:ext>
            </a:extLst>
          </p:cNvPr>
          <p:cNvSpPr/>
          <p:nvPr/>
        </p:nvSpPr>
        <p:spPr>
          <a:xfrm>
            <a:off x="10406301" y="3977164"/>
            <a:ext cx="3195995" cy="1814513"/>
          </a:xfrm>
          <a:prstGeom prst="rect">
            <a:avLst/>
          </a:prstGeom>
          <a:noFill/>
          <a:ln/>
        </p:spPr>
        <p:txBody>
          <a:bodyPr wrap="square" lIns="0" tIns="0" rIns="0" bIns="0" rtlCol="0" anchor="t"/>
          <a:lstStyle/>
          <a:p>
            <a:pPr marL="0" indent="0">
              <a:lnSpc>
                <a:spcPts val="2850"/>
              </a:lnSpc>
              <a:buNone/>
            </a:pPr>
            <a:r>
              <a:rPr lang="en-US" sz="1750" dirty="0">
                <a:solidFill>
                  <a:srgbClr val="404155"/>
                </a:solidFill>
                <a:latin typeface="Nobile" pitchFamily="34" charset="0"/>
                <a:ea typeface="Nobile" pitchFamily="34" charset="-122"/>
                <a:cs typeface="Nobile" pitchFamily="34" charset="-120"/>
              </a:rPr>
              <a:t>Ensures the right of minorities to establish and administer educational institutions for their own community.</a:t>
            </a:r>
            <a:endParaRPr lang="en-US" sz="1750" dirty="0"/>
          </a:p>
        </p:txBody>
      </p:sp>
    </p:spTree>
    <p:extLst>
      <p:ext uri="{BB962C8B-B14F-4D97-AF65-F5344CB8AC3E}">
        <p14:creationId xmlns:p14="http://schemas.microsoft.com/office/powerpoint/2010/main" val="5819587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anim calcmode="lin" valueType="num">
                                      <p:cBhvr>
                                        <p:cTn id="8" dur="750" fill="hold"/>
                                        <p:tgtEl>
                                          <p:spTgt spid="4"/>
                                        </p:tgtEl>
                                        <p:attrNameLst>
                                          <p:attrName>ppt_x</p:attrName>
                                        </p:attrNameLst>
                                      </p:cBhvr>
                                      <p:tavLst>
                                        <p:tav tm="0">
                                          <p:val>
                                            <p:strVal val="#ppt_x"/>
                                          </p:val>
                                        </p:tav>
                                        <p:tav tm="100000">
                                          <p:val>
                                            <p:strVal val="#ppt_x"/>
                                          </p:val>
                                        </p:tav>
                                      </p:tavLst>
                                    </p:anim>
                                    <p:anim calcmode="lin" valueType="num">
                                      <p:cBhvr>
                                        <p:cTn id="9" dur="75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750"/>
                                        <p:tgtEl>
                                          <p:spTgt spid="5"/>
                                        </p:tgtEl>
                                      </p:cBhvr>
                                    </p:animEffect>
                                    <p:anim calcmode="lin" valueType="num">
                                      <p:cBhvr>
                                        <p:cTn id="13" dur="750" fill="hold"/>
                                        <p:tgtEl>
                                          <p:spTgt spid="5"/>
                                        </p:tgtEl>
                                        <p:attrNameLst>
                                          <p:attrName>ppt_x</p:attrName>
                                        </p:attrNameLst>
                                      </p:cBhvr>
                                      <p:tavLst>
                                        <p:tav tm="0">
                                          <p:val>
                                            <p:strVal val="#ppt_x"/>
                                          </p:val>
                                        </p:tav>
                                        <p:tav tm="100000">
                                          <p:val>
                                            <p:strVal val="#ppt_x"/>
                                          </p:val>
                                        </p:tav>
                                      </p:tavLst>
                                    </p:anim>
                                    <p:anim calcmode="lin" valueType="num">
                                      <p:cBhvr>
                                        <p:cTn id="14" dur="7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750"/>
                                        <p:tgtEl>
                                          <p:spTgt spid="6"/>
                                        </p:tgtEl>
                                      </p:cBhvr>
                                    </p:animEffect>
                                    <p:anim calcmode="lin" valueType="num">
                                      <p:cBhvr>
                                        <p:cTn id="18" dur="750" fill="hold"/>
                                        <p:tgtEl>
                                          <p:spTgt spid="6"/>
                                        </p:tgtEl>
                                        <p:attrNameLst>
                                          <p:attrName>ppt_x</p:attrName>
                                        </p:attrNameLst>
                                      </p:cBhvr>
                                      <p:tavLst>
                                        <p:tav tm="0">
                                          <p:val>
                                            <p:strVal val="#ppt_x"/>
                                          </p:val>
                                        </p:tav>
                                        <p:tav tm="100000">
                                          <p:val>
                                            <p:strVal val="#ppt_x"/>
                                          </p:val>
                                        </p:tav>
                                      </p:tavLst>
                                    </p:anim>
                                    <p:anim calcmode="lin" valueType="num">
                                      <p:cBhvr>
                                        <p:cTn id="19" dur="75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750"/>
                                        <p:tgtEl>
                                          <p:spTgt spid="7"/>
                                        </p:tgtEl>
                                      </p:cBhvr>
                                    </p:animEffect>
                                    <p:anim calcmode="lin" valueType="num">
                                      <p:cBhvr>
                                        <p:cTn id="25" dur="750" fill="hold"/>
                                        <p:tgtEl>
                                          <p:spTgt spid="7"/>
                                        </p:tgtEl>
                                        <p:attrNameLst>
                                          <p:attrName>ppt_x</p:attrName>
                                        </p:attrNameLst>
                                      </p:cBhvr>
                                      <p:tavLst>
                                        <p:tav tm="0">
                                          <p:val>
                                            <p:strVal val="#ppt_x"/>
                                          </p:val>
                                        </p:tav>
                                        <p:tav tm="100000">
                                          <p:val>
                                            <p:strVal val="#ppt_x"/>
                                          </p:val>
                                        </p:tav>
                                      </p:tavLst>
                                    </p:anim>
                                    <p:anim calcmode="lin" valueType="num">
                                      <p:cBhvr>
                                        <p:cTn id="26" dur="750" fill="hold"/>
                                        <p:tgtEl>
                                          <p:spTgt spid="7"/>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750"/>
                                        <p:tgtEl>
                                          <p:spTgt spid="8"/>
                                        </p:tgtEl>
                                      </p:cBhvr>
                                    </p:animEffect>
                                    <p:anim calcmode="lin" valueType="num">
                                      <p:cBhvr>
                                        <p:cTn id="30" dur="750" fill="hold"/>
                                        <p:tgtEl>
                                          <p:spTgt spid="8"/>
                                        </p:tgtEl>
                                        <p:attrNameLst>
                                          <p:attrName>ppt_x</p:attrName>
                                        </p:attrNameLst>
                                      </p:cBhvr>
                                      <p:tavLst>
                                        <p:tav tm="0">
                                          <p:val>
                                            <p:strVal val="#ppt_x"/>
                                          </p:val>
                                        </p:tav>
                                        <p:tav tm="100000">
                                          <p:val>
                                            <p:strVal val="#ppt_x"/>
                                          </p:val>
                                        </p:tav>
                                      </p:tavLst>
                                    </p:anim>
                                    <p:anim calcmode="lin" valueType="num">
                                      <p:cBhvr>
                                        <p:cTn id="31" dur="750" fill="hold"/>
                                        <p:tgtEl>
                                          <p:spTgt spid="8"/>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750"/>
                                        <p:tgtEl>
                                          <p:spTgt spid="9"/>
                                        </p:tgtEl>
                                      </p:cBhvr>
                                    </p:animEffect>
                                    <p:anim calcmode="lin" valueType="num">
                                      <p:cBhvr>
                                        <p:cTn id="35" dur="750" fill="hold"/>
                                        <p:tgtEl>
                                          <p:spTgt spid="9"/>
                                        </p:tgtEl>
                                        <p:attrNameLst>
                                          <p:attrName>ppt_x</p:attrName>
                                        </p:attrNameLst>
                                      </p:cBhvr>
                                      <p:tavLst>
                                        <p:tav tm="0">
                                          <p:val>
                                            <p:strVal val="#ppt_x"/>
                                          </p:val>
                                        </p:tav>
                                        <p:tav tm="100000">
                                          <p:val>
                                            <p:strVal val="#ppt_x"/>
                                          </p:val>
                                        </p:tav>
                                      </p:tavLst>
                                    </p:anim>
                                    <p:anim calcmode="lin" valueType="num">
                                      <p:cBhvr>
                                        <p:cTn id="36" dur="75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DC10776-6A73-04D1-5CEC-CB092AAE671C}"/>
              </a:ext>
            </a:extLst>
          </p:cNvPr>
          <p:cNvSpPr/>
          <p:nvPr/>
        </p:nvSpPr>
        <p:spPr>
          <a:xfrm>
            <a:off x="773073" y="608290"/>
            <a:ext cx="7597854" cy="1380411"/>
          </a:xfrm>
          <a:prstGeom prst="rect">
            <a:avLst/>
          </a:prstGeom>
          <a:noFill/>
          <a:ln/>
        </p:spPr>
        <p:txBody>
          <a:bodyPr wrap="square" lIns="0" tIns="0" rIns="0" bIns="0" rtlCol="0" anchor="t"/>
          <a:lstStyle/>
          <a:p>
            <a:pPr marL="0" indent="0">
              <a:lnSpc>
                <a:spcPts val="5400"/>
              </a:lnSpc>
              <a:buNone/>
            </a:pPr>
            <a:r>
              <a:rPr lang="en-US" sz="4300" dirty="0">
                <a:solidFill>
                  <a:srgbClr val="1B1B27"/>
                </a:solidFill>
                <a:latin typeface="Corben" pitchFamily="34" charset="0"/>
                <a:ea typeface="Corben" pitchFamily="34" charset="-122"/>
                <a:cs typeface="Corben" pitchFamily="34" charset="-120"/>
              </a:rPr>
              <a:t>Importance of Cultural &amp; Educational Rights</a:t>
            </a:r>
            <a:endParaRPr lang="en-US" sz="4300" dirty="0"/>
          </a:p>
        </p:txBody>
      </p:sp>
      <p:pic>
        <p:nvPicPr>
          <p:cNvPr id="3" name="Image 1" descr="preencoded.png">
            <a:extLst>
              <a:ext uri="{FF2B5EF4-FFF2-40B4-BE49-F238E27FC236}">
                <a16:creationId xmlns:a16="http://schemas.microsoft.com/office/drawing/2014/main" id="{7FF98DCC-1659-5C53-3AA2-E499116DB4A8}"/>
              </a:ext>
            </a:extLst>
          </p:cNvPr>
          <p:cNvPicPr>
            <a:picLocks noChangeAspect="1"/>
          </p:cNvPicPr>
          <p:nvPr/>
        </p:nvPicPr>
        <p:blipFill>
          <a:blip r:embed="rId2"/>
          <a:stretch>
            <a:fillRect/>
          </a:stretch>
        </p:blipFill>
        <p:spPr>
          <a:xfrm>
            <a:off x="773073" y="2319933"/>
            <a:ext cx="1104424" cy="1767126"/>
          </a:xfrm>
          <a:prstGeom prst="rect">
            <a:avLst/>
          </a:prstGeom>
        </p:spPr>
      </p:pic>
      <p:sp>
        <p:nvSpPr>
          <p:cNvPr id="4" name="Text 1">
            <a:extLst>
              <a:ext uri="{FF2B5EF4-FFF2-40B4-BE49-F238E27FC236}">
                <a16:creationId xmlns:a16="http://schemas.microsoft.com/office/drawing/2014/main" id="{D5188178-A695-145F-4F96-D2DAAE405048}"/>
              </a:ext>
            </a:extLst>
          </p:cNvPr>
          <p:cNvSpPr/>
          <p:nvPr/>
        </p:nvSpPr>
        <p:spPr>
          <a:xfrm>
            <a:off x="2208728" y="2540794"/>
            <a:ext cx="3814643" cy="345043"/>
          </a:xfrm>
          <a:prstGeom prst="rect">
            <a:avLst/>
          </a:prstGeom>
          <a:noFill/>
          <a:ln/>
        </p:spPr>
        <p:txBody>
          <a:bodyPr wrap="none" lIns="0" tIns="0" rIns="0" bIns="0" rtlCol="0" anchor="t"/>
          <a:lstStyle/>
          <a:p>
            <a:pPr marL="0" indent="0" algn="l">
              <a:lnSpc>
                <a:spcPts val="2700"/>
              </a:lnSpc>
              <a:buNone/>
            </a:pPr>
            <a:r>
              <a:rPr lang="en-US" sz="2150" dirty="0">
                <a:solidFill>
                  <a:srgbClr val="404155"/>
                </a:solidFill>
                <a:latin typeface="Corben" pitchFamily="34" charset="0"/>
                <a:ea typeface="Corben" pitchFamily="34" charset="-122"/>
                <a:cs typeface="Corben" pitchFamily="34" charset="-120"/>
              </a:rPr>
              <a:t>Preserving Cultural Diversity</a:t>
            </a:r>
            <a:endParaRPr lang="en-US" sz="2150" dirty="0"/>
          </a:p>
        </p:txBody>
      </p:sp>
      <p:sp>
        <p:nvSpPr>
          <p:cNvPr id="5" name="Text 2">
            <a:extLst>
              <a:ext uri="{FF2B5EF4-FFF2-40B4-BE49-F238E27FC236}">
                <a16:creationId xmlns:a16="http://schemas.microsoft.com/office/drawing/2014/main" id="{C2CBB4D2-5682-C6A6-F13E-6B4672C1B108}"/>
              </a:ext>
            </a:extLst>
          </p:cNvPr>
          <p:cNvSpPr/>
          <p:nvPr/>
        </p:nvSpPr>
        <p:spPr>
          <a:xfrm>
            <a:off x="2208728" y="3018353"/>
            <a:ext cx="6162199" cy="706755"/>
          </a:xfrm>
          <a:prstGeom prst="rect">
            <a:avLst/>
          </a:prstGeom>
          <a:noFill/>
          <a:ln/>
        </p:spPr>
        <p:txBody>
          <a:bodyPr wrap="square" lIns="0" tIns="0" rIns="0" bIns="0" rtlCol="0" anchor="t"/>
          <a:lstStyle/>
          <a:p>
            <a:pPr marL="0" indent="0" algn="l">
              <a:lnSpc>
                <a:spcPts val="2750"/>
              </a:lnSpc>
              <a:buNone/>
            </a:pPr>
            <a:r>
              <a:rPr lang="en-US" sz="1700" dirty="0">
                <a:solidFill>
                  <a:srgbClr val="404155"/>
                </a:solidFill>
                <a:latin typeface="Nobile" pitchFamily="34" charset="0"/>
                <a:cs typeface="Nobile" pitchFamily="34" charset="-120"/>
              </a:rPr>
              <a:t>Safeguarding the </a:t>
            </a:r>
            <a:r>
              <a:rPr lang="en-US" sz="1700">
                <a:solidFill>
                  <a:srgbClr val="404155"/>
                </a:solidFill>
                <a:latin typeface="Nobile" pitchFamily="34" charset="0"/>
                <a:cs typeface="Nobile" pitchFamily="34" charset="-120"/>
              </a:rPr>
              <a:t>unique traditions </a:t>
            </a:r>
            <a:r>
              <a:rPr lang="en-US" sz="1700" dirty="0">
                <a:solidFill>
                  <a:srgbClr val="404155"/>
                </a:solidFill>
                <a:latin typeface="Nobile" pitchFamily="34" charset="0"/>
                <a:cs typeface="Nobile" pitchFamily="34" charset="-120"/>
              </a:rPr>
              <a:t>of different cultures.</a:t>
            </a:r>
          </a:p>
        </p:txBody>
      </p:sp>
      <p:pic>
        <p:nvPicPr>
          <p:cNvPr id="6" name="Image 2" descr="preencoded.png">
            <a:extLst>
              <a:ext uri="{FF2B5EF4-FFF2-40B4-BE49-F238E27FC236}">
                <a16:creationId xmlns:a16="http://schemas.microsoft.com/office/drawing/2014/main" id="{4E66580C-C210-2A0E-A12C-D6CE9D60C0CC}"/>
              </a:ext>
            </a:extLst>
          </p:cNvPr>
          <p:cNvPicPr>
            <a:picLocks noChangeAspect="1"/>
          </p:cNvPicPr>
          <p:nvPr/>
        </p:nvPicPr>
        <p:blipFill>
          <a:blip r:embed="rId3"/>
          <a:stretch>
            <a:fillRect/>
          </a:stretch>
        </p:blipFill>
        <p:spPr>
          <a:xfrm>
            <a:off x="773073" y="4087058"/>
            <a:ext cx="1104424" cy="1767126"/>
          </a:xfrm>
          <a:prstGeom prst="rect">
            <a:avLst/>
          </a:prstGeom>
        </p:spPr>
      </p:pic>
      <p:sp>
        <p:nvSpPr>
          <p:cNvPr id="7" name="Text 3">
            <a:extLst>
              <a:ext uri="{FF2B5EF4-FFF2-40B4-BE49-F238E27FC236}">
                <a16:creationId xmlns:a16="http://schemas.microsoft.com/office/drawing/2014/main" id="{FDC8A1C7-3985-3077-0B3A-F02DC8BC3850}"/>
              </a:ext>
            </a:extLst>
          </p:cNvPr>
          <p:cNvSpPr/>
          <p:nvPr/>
        </p:nvSpPr>
        <p:spPr>
          <a:xfrm>
            <a:off x="2208728" y="4307919"/>
            <a:ext cx="4079081" cy="345043"/>
          </a:xfrm>
          <a:prstGeom prst="rect">
            <a:avLst/>
          </a:prstGeom>
          <a:noFill/>
          <a:ln/>
        </p:spPr>
        <p:txBody>
          <a:bodyPr wrap="none" lIns="0" tIns="0" rIns="0" bIns="0" rtlCol="0" anchor="t"/>
          <a:lstStyle/>
          <a:p>
            <a:pPr marL="0" indent="0" algn="l">
              <a:lnSpc>
                <a:spcPts val="2700"/>
              </a:lnSpc>
              <a:buNone/>
            </a:pPr>
            <a:r>
              <a:rPr lang="en-US" sz="2150" dirty="0">
                <a:solidFill>
                  <a:srgbClr val="404155"/>
                </a:solidFill>
                <a:latin typeface="Corben" pitchFamily="34" charset="0"/>
                <a:ea typeface="Corben" pitchFamily="34" charset="-122"/>
                <a:cs typeface="Corben" pitchFamily="34" charset="-120"/>
              </a:rPr>
              <a:t>Promoting Equality &amp; Inclusion</a:t>
            </a:r>
            <a:endParaRPr lang="en-US" sz="2150" dirty="0"/>
          </a:p>
        </p:txBody>
      </p:sp>
      <p:sp>
        <p:nvSpPr>
          <p:cNvPr id="8" name="Text 4">
            <a:extLst>
              <a:ext uri="{FF2B5EF4-FFF2-40B4-BE49-F238E27FC236}">
                <a16:creationId xmlns:a16="http://schemas.microsoft.com/office/drawing/2014/main" id="{AD450522-8F4A-97BF-0818-D10561D011D1}"/>
              </a:ext>
            </a:extLst>
          </p:cNvPr>
          <p:cNvSpPr/>
          <p:nvPr/>
        </p:nvSpPr>
        <p:spPr>
          <a:xfrm>
            <a:off x="2208728" y="4785479"/>
            <a:ext cx="6162199" cy="706755"/>
          </a:xfrm>
          <a:prstGeom prst="rect">
            <a:avLst/>
          </a:prstGeom>
          <a:noFill/>
          <a:ln/>
        </p:spPr>
        <p:txBody>
          <a:bodyPr wrap="square" lIns="0" tIns="0" rIns="0" bIns="0" rtlCol="0" anchor="t"/>
          <a:lstStyle/>
          <a:p>
            <a:pPr>
              <a:lnSpc>
                <a:spcPts val="2750"/>
              </a:lnSpc>
            </a:pPr>
            <a:r>
              <a:rPr lang="en-US" sz="1700" dirty="0">
                <a:solidFill>
                  <a:srgbClr val="404155"/>
                </a:solidFill>
                <a:latin typeface="Nobile" pitchFamily="34" charset="0"/>
                <a:cs typeface="Nobile" pitchFamily="34" charset="-120"/>
              </a:rPr>
              <a:t>Making sure everyone has equal chances and access to education, no matter their background.</a:t>
            </a:r>
          </a:p>
        </p:txBody>
      </p:sp>
      <p:pic>
        <p:nvPicPr>
          <p:cNvPr id="9" name="Image 3" descr="preencoded.png">
            <a:extLst>
              <a:ext uri="{FF2B5EF4-FFF2-40B4-BE49-F238E27FC236}">
                <a16:creationId xmlns:a16="http://schemas.microsoft.com/office/drawing/2014/main" id="{C7E0B3E6-B82E-2538-23B4-208274218A71}"/>
              </a:ext>
            </a:extLst>
          </p:cNvPr>
          <p:cNvPicPr>
            <a:picLocks noChangeAspect="1"/>
          </p:cNvPicPr>
          <p:nvPr/>
        </p:nvPicPr>
        <p:blipFill>
          <a:blip r:embed="rId4"/>
          <a:stretch>
            <a:fillRect/>
          </a:stretch>
        </p:blipFill>
        <p:spPr>
          <a:xfrm>
            <a:off x="773073" y="5854184"/>
            <a:ext cx="1104424" cy="1767126"/>
          </a:xfrm>
          <a:prstGeom prst="rect">
            <a:avLst/>
          </a:prstGeom>
        </p:spPr>
      </p:pic>
      <p:sp>
        <p:nvSpPr>
          <p:cNvPr id="10" name="Text 5">
            <a:extLst>
              <a:ext uri="{FF2B5EF4-FFF2-40B4-BE49-F238E27FC236}">
                <a16:creationId xmlns:a16="http://schemas.microsoft.com/office/drawing/2014/main" id="{4C9B6839-0530-D704-EC20-3A5A71B528BB}"/>
              </a:ext>
            </a:extLst>
          </p:cNvPr>
          <p:cNvSpPr/>
          <p:nvPr/>
        </p:nvSpPr>
        <p:spPr>
          <a:xfrm>
            <a:off x="2208728" y="6075045"/>
            <a:ext cx="3349228" cy="345043"/>
          </a:xfrm>
          <a:prstGeom prst="rect">
            <a:avLst/>
          </a:prstGeom>
          <a:noFill/>
          <a:ln/>
        </p:spPr>
        <p:txBody>
          <a:bodyPr wrap="none" lIns="0" tIns="0" rIns="0" bIns="0" rtlCol="0" anchor="t"/>
          <a:lstStyle/>
          <a:p>
            <a:pPr marL="0" indent="0" algn="l">
              <a:lnSpc>
                <a:spcPts val="2700"/>
              </a:lnSpc>
              <a:buNone/>
            </a:pPr>
            <a:r>
              <a:rPr lang="en-US" sz="2150" dirty="0">
                <a:solidFill>
                  <a:srgbClr val="404155"/>
                </a:solidFill>
                <a:latin typeface="Corben" pitchFamily="34" charset="0"/>
                <a:ea typeface="Corben" pitchFamily="34" charset="-122"/>
                <a:cs typeface="Corben" pitchFamily="34" charset="-120"/>
              </a:rPr>
              <a:t>Fostering Social Cohesion</a:t>
            </a:r>
            <a:endParaRPr lang="en-US" sz="2150" dirty="0"/>
          </a:p>
        </p:txBody>
      </p:sp>
      <p:sp>
        <p:nvSpPr>
          <p:cNvPr id="11" name="Text 6">
            <a:extLst>
              <a:ext uri="{FF2B5EF4-FFF2-40B4-BE49-F238E27FC236}">
                <a16:creationId xmlns:a16="http://schemas.microsoft.com/office/drawing/2014/main" id="{28D8DB76-DF48-8CFA-D820-BDAE7699BB5C}"/>
              </a:ext>
            </a:extLst>
          </p:cNvPr>
          <p:cNvSpPr/>
          <p:nvPr/>
        </p:nvSpPr>
        <p:spPr>
          <a:xfrm>
            <a:off x="2208728" y="6552605"/>
            <a:ext cx="6162199" cy="706755"/>
          </a:xfrm>
          <a:prstGeom prst="rect">
            <a:avLst/>
          </a:prstGeom>
          <a:noFill/>
          <a:ln/>
        </p:spPr>
        <p:txBody>
          <a:bodyPr wrap="square" lIns="0" tIns="0" rIns="0" bIns="0" rtlCol="0" anchor="t"/>
          <a:lstStyle/>
          <a:p>
            <a:pPr marL="0" indent="0" algn="l">
              <a:lnSpc>
                <a:spcPts val="2750"/>
              </a:lnSpc>
              <a:buNone/>
            </a:pPr>
            <a:r>
              <a:rPr lang="en-US" sz="1700" dirty="0">
                <a:solidFill>
                  <a:srgbClr val="404155"/>
                </a:solidFill>
                <a:latin typeface="Nobile" pitchFamily="34" charset="0"/>
                <a:cs typeface="Nobile" pitchFamily="34" charset="-120"/>
              </a:rPr>
              <a:t>Building a peaceful society where different cultures and traditions live together and grow.</a:t>
            </a:r>
          </a:p>
        </p:txBody>
      </p:sp>
      <p:pic>
        <p:nvPicPr>
          <p:cNvPr id="12" name="Picture 11">
            <a:extLst>
              <a:ext uri="{FF2B5EF4-FFF2-40B4-BE49-F238E27FC236}">
                <a16:creationId xmlns:a16="http://schemas.microsoft.com/office/drawing/2014/main" id="{453C2472-C4A3-4179-9CA8-FE2AD1725A1A}"/>
              </a:ext>
            </a:extLst>
          </p:cNvPr>
          <p:cNvPicPr>
            <a:picLocks noChangeAspect="1"/>
          </p:cNvPicPr>
          <p:nvPr/>
        </p:nvPicPr>
        <p:blipFill>
          <a:blip r:embed="rId5"/>
          <a:stretch>
            <a:fillRect/>
          </a:stretch>
        </p:blipFill>
        <p:spPr>
          <a:xfrm>
            <a:off x="8839122" y="0"/>
            <a:ext cx="5791278" cy="8229600"/>
          </a:xfrm>
          <a:prstGeom prst="rect">
            <a:avLst/>
          </a:prstGeom>
        </p:spPr>
      </p:pic>
    </p:spTree>
    <p:extLst>
      <p:ext uri="{BB962C8B-B14F-4D97-AF65-F5344CB8AC3E}">
        <p14:creationId xmlns:p14="http://schemas.microsoft.com/office/powerpoint/2010/main" val="28745715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50"/>
                                        <p:tgtEl>
                                          <p:spTgt spid="3"/>
                                        </p:tgtEl>
                                      </p:cBhvr>
                                    </p:animEffect>
                                    <p:anim calcmode="lin" valueType="num">
                                      <p:cBhvr>
                                        <p:cTn id="8" dur="750" fill="hold"/>
                                        <p:tgtEl>
                                          <p:spTgt spid="3"/>
                                        </p:tgtEl>
                                        <p:attrNameLst>
                                          <p:attrName>ppt_x</p:attrName>
                                        </p:attrNameLst>
                                      </p:cBhvr>
                                      <p:tavLst>
                                        <p:tav tm="0">
                                          <p:val>
                                            <p:strVal val="#ppt_x"/>
                                          </p:val>
                                        </p:tav>
                                        <p:tav tm="100000">
                                          <p:val>
                                            <p:strVal val="#ppt_x"/>
                                          </p:val>
                                        </p:tav>
                                      </p:tavLst>
                                    </p:anim>
                                    <p:anim calcmode="lin" valueType="num">
                                      <p:cBhvr>
                                        <p:cTn id="9" dur="75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750"/>
                                        <p:tgtEl>
                                          <p:spTgt spid="4"/>
                                        </p:tgtEl>
                                      </p:cBhvr>
                                    </p:animEffect>
                                    <p:anim calcmode="lin" valueType="num">
                                      <p:cBhvr>
                                        <p:cTn id="13" dur="750" fill="hold"/>
                                        <p:tgtEl>
                                          <p:spTgt spid="4"/>
                                        </p:tgtEl>
                                        <p:attrNameLst>
                                          <p:attrName>ppt_x</p:attrName>
                                        </p:attrNameLst>
                                      </p:cBhvr>
                                      <p:tavLst>
                                        <p:tav tm="0">
                                          <p:val>
                                            <p:strVal val="#ppt_x"/>
                                          </p:val>
                                        </p:tav>
                                        <p:tav tm="100000">
                                          <p:val>
                                            <p:strVal val="#ppt_x"/>
                                          </p:val>
                                        </p:tav>
                                      </p:tavLst>
                                    </p:anim>
                                    <p:anim calcmode="lin" valueType="num">
                                      <p:cBhvr>
                                        <p:cTn id="14" dur="75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750"/>
                                        <p:tgtEl>
                                          <p:spTgt spid="5"/>
                                        </p:tgtEl>
                                      </p:cBhvr>
                                    </p:animEffect>
                                    <p:anim calcmode="lin" valueType="num">
                                      <p:cBhvr>
                                        <p:cTn id="18" dur="750" fill="hold"/>
                                        <p:tgtEl>
                                          <p:spTgt spid="5"/>
                                        </p:tgtEl>
                                        <p:attrNameLst>
                                          <p:attrName>ppt_x</p:attrName>
                                        </p:attrNameLst>
                                      </p:cBhvr>
                                      <p:tavLst>
                                        <p:tav tm="0">
                                          <p:val>
                                            <p:strVal val="#ppt_x"/>
                                          </p:val>
                                        </p:tav>
                                        <p:tav tm="100000">
                                          <p:val>
                                            <p:strVal val="#ppt_x"/>
                                          </p:val>
                                        </p:tav>
                                      </p:tavLst>
                                    </p:anim>
                                    <p:anim calcmode="lin" valueType="num">
                                      <p:cBhvr>
                                        <p:cTn id="19" dur="75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750"/>
                                        <p:tgtEl>
                                          <p:spTgt spid="6"/>
                                        </p:tgtEl>
                                      </p:cBhvr>
                                    </p:animEffect>
                                    <p:anim calcmode="lin" valueType="num">
                                      <p:cBhvr>
                                        <p:cTn id="25" dur="750" fill="hold"/>
                                        <p:tgtEl>
                                          <p:spTgt spid="6"/>
                                        </p:tgtEl>
                                        <p:attrNameLst>
                                          <p:attrName>ppt_x</p:attrName>
                                        </p:attrNameLst>
                                      </p:cBhvr>
                                      <p:tavLst>
                                        <p:tav tm="0">
                                          <p:val>
                                            <p:strVal val="#ppt_x"/>
                                          </p:val>
                                        </p:tav>
                                        <p:tav tm="100000">
                                          <p:val>
                                            <p:strVal val="#ppt_x"/>
                                          </p:val>
                                        </p:tav>
                                      </p:tavLst>
                                    </p:anim>
                                    <p:anim calcmode="lin" valueType="num">
                                      <p:cBhvr>
                                        <p:cTn id="26" dur="750" fill="hold"/>
                                        <p:tgtEl>
                                          <p:spTgt spid="6"/>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750"/>
                                        <p:tgtEl>
                                          <p:spTgt spid="7"/>
                                        </p:tgtEl>
                                      </p:cBhvr>
                                    </p:animEffect>
                                    <p:anim calcmode="lin" valueType="num">
                                      <p:cBhvr>
                                        <p:cTn id="30" dur="750" fill="hold"/>
                                        <p:tgtEl>
                                          <p:spTgt spid="7"/>
                                        </p:tgtEl>
                                        <p:attrNameLst>
                                          <p:attrName>ppt_x</p:attrName>
                                        </p:attrNameLst>
                                      </p:cBhvr>
                                      <p:tavLst>
                                        <p:tav tm="0">
                                          <p:val>
                                            <p:strVal val="#ppt_x"/>
                                          </p:val>
                                        </p:tav>
                                        <p:tav tm="100000">
                                          <p:val>
                                            <p:strVal val="#ppt_x"/>
                                          </p:val>
                                        </p:tav>
                                      </p:tavLst>
                                    </p:anim>
                                    <p:anim calcmode="lin" valueType="num">
                                      <p:cBhvr>
                                        <p:cTn id="31" dur="750" fill="hold"/>
                                        <p:tgtEl>
                                          <p:spTgt spid="7"/>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750"/>
                                        <p:tgtEl>
                                          <p:spTgt spid="8"/>
                                        </p:tgtEl>
                                      </p:cBhvr>
                                    </p:animEffect>
                                    <p:anim calcmode="lin" valueType="num">
                                      <p:cBhvr>
                                        <p:cTn id="35" dur="750" fill="hold"/>
                                        <p:tgtEl>
                                          <p:spTgt spid="8"/>
                                        </p:tgtEl>
                                        <p:attrNameLst>
                                          <p:attrName>ppt_x</p:attrName>
                                        </p:attrNameLst>
                                      </p:cBhvr>
                                      <p:tavLst>
                                        <p:tav tm="0">
                                          <p:val>
                                            <p:strVal val="#ppt_x"/>
                                          </p:val>
                                        </p:tav>
                                        <p:tav tm="100000">
                                          <p:val>
                                            <p:strVal val="#ppt_x"/>
                                          </p:val>
                                        </p:tav>
                                      </p:tavLst>
                                    </p:anim>
                                    <p:anim calcmode="lin" valueType="num">
                                      <p:cBhvr>
                                        <p:cTn id="36" dur="75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750"/>
                                        <p:tgtEl>
                                          <p:spTgt spid="9"/>
                                        </p:tgtEl>
                                      </p:cBhvr>
                                    </p:animEffect>
                                    <p:anim calcmode="lin" valueType="num">
                                      <p:cBhvr>
                                        <p:cTn id="42" dur="750" fill="hold"/>
                                        <p:tgtEl>
                                          <p:spTgt spid="9"/>
                                        </p:tgtEl>
                                        <p:attrNameLst>
                                          <p:attrName>ppt_x</p:attrName>
                                        </p:attrNameLst>
                                      </p:cBhvr>
                                      <p:tavLst>
                                        <p:tav tm="0">
                                          <p:val>
                                            <p:strVal val="#ppt_x"/>
                                          </p:val>
                                        </p:tav>
                                        <p:tav tm="100000">
                                          <p:val>
                                            <p:strVal val="#ppt_x"/>
                                          </p:val>
                                        </p:tav>
                                      </p:tavLst>
                                    </p:anim>
                                    <p:anim calcmode="lin" valueType="num">
                                      <p:cBhvr>
                                        <p:cTn id="43" dur="750" fill="hold"/>
                                        <p:tgtEl>
                                          <p:spTgt spid="9"/>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750"/>
                                        <p:tgtEl>
                                          <p:spTgt spid="10"/>
                                        </p:tgtEl>
                                      </p:cBhvr>
                                    </p:animEffect>
                                    <p:anim calcmode="lin" valueType="num">
                                      <p:cBhvr>
                                        <p:cTn id="47" dur="750" fill="hold"/>
                                        <p:tgtEl>
                                          <p:spTgt spid="10"/>
                                        </p:tgtEl>
                                        <p:attrNameLst>
                                          <p:attrName>ppt_x</p:attrName>
                                        </p:attrNameLst>
                                      </p:cBhvr>
                                      <p:tavLst>
                                        <p:tav tm="0">
                                          <p:val>
                                            <p:strVal val="#ppt_x"/>
                                          </p:val>
                                        </p:tav>
                                        <p:tav tm="100000">
                                          <p:val>
                                            <p:strVal val="#ppt_x"/>
                                          </p:val>
                                        </p:tav>
                                      </p:tavLst>
                                    </p:anim>
                                    <p:anim calcmode="lin" valueType="num">
                                      <p:cBhvr>
                                        <p:cTn id="48" dur="750" fill="hold"/>
                                        <p:tgtEl>
                                          <p:spTgt spid="10"/>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750"/>
                                        <p:tgtEl>
                                          <p:spTgt spid="11"/>
                                        </p:tgtEl>
                                      </p:cBhvr>
                                    </p:animEffect>
                                    <p:anim calcmode="lin" valueType="num">
                                      <p:cBhvr>
                                        <p:cTn id="52" dur="750" fill="hold"/>
                                        <p:tgtEl>
                                          <p:spTgt spid="11"/>
                                        </p:tgtEl>
                                        <p:attrNameLst>
                                          <p:attrName>ppt_x</p:attrName>
                                        </p:attrNameLst>
                                      </p:cBhvr>
                                      <p:tavLst>
                                        <p:tav tm="0">
                                          <p:val>
                                            <p:strVal val="#ppt_x"/>
                                          </p:val>
                                        </p:tav>
                                        <p:tav tm="100000">
                                          <p:val>
                                            <p:strVal val="#ppt_x"/>
                                          </p:val>
                                        </p:tav>
                                      </p:tavLst>
                                    </p:anim>
                                    <p:anim calcmode="lin" valueType="num">
                                      <p:cBhvr>
                                        <p:cTn id="53" dur="75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10" grpId="0" animBg="1"/>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E9A79DB-769C-0617-15A5-AB61CB2A672B}"/>
              </a:ext>
            </a:extLst>
          </p:cNvPr>
          <p:cNvSpPr/>
          <p:nvPr/>
        </p:nvSpPr>
        <p:spPr>
          <a:xfrm>
            <a:off x="793790" y="972145"/>
            <a:ext cx="7965162" cy="708779"/>
          </a:xfrm>
          <a:prstGeom prst="rect">
            <a:avLst/>
          </a:prstGeom>
          <a:noFill/>
          <a:ln/>
        </p:spPr>
        <p:txBody>
          <a:bodyPr wrap="none" lIns="0" tIns="0" rIns="0" bIns="0" rtlCol="0" anchor="t"/>
          <a:lstStyle/>
          <a:p>
            <a:pPr marL="0" indent="0">
              <a:lnSpc>
                <a:spcPts val="5550"/>
              </a:lnSpc>
              <a:buNone/>
            </a:pPr>
            <a:r>
              <a:rPr lang="en-US" sz="4450" dirty="0">
                <a:solidFill>
                  <a:srgbClr val="1B1B27"/>
                </a:solidFill>
                <a:latin typeface="Corben" pitchFamily="34" charset="0"/>
                <a:ea typeface="Corben" pitchFamily="34" charset="-122"/>
                <a:cs typeface="Corben" pitchFamily="34" charset="-120"/>
              </a:rPr>
              <a:t>Challenges in Implementation</a:t>
            </a:r>
            <a:endParaRPr lang="en-US" sz="4450" dirty="0"/>
          </a:p>
        </p:txBody>
      </p:sp>
      <p:pic>
        <p:nvPicPr>
          <p:cNvPr id="3" name="Image 0" descr="preencoded.png">
            <a:extLst>
              <a:ext uri="{FF2B5EF4-FFF2-40B4-BE49-F238E27FC236}">
                <a16:creationId xmlns:a16="http://schemas.microsoft.com/office/drawing/2014/main" id="{FFAD3598-65F1-1D14-614E-E3D3AEB12764}"/>
              </a:ext>
            </a:extLst>
          </p:cNvPr>
          <p:cNvPicPr>
            <a:picLocks noChangeAspect="1"/>
          </p:cNvPicPr>
          <p:nvPr/>
        </p:nvPicPr>
        <p:blipFill>
          <a:blip r:embed="rId2"/>
          <a:stretch>
            <a:fillRect/>
          </a:stretch>
        </p:blipFill>
        <p:spPr>
          <a:xfrm>
            <a:off x="2978348" y="2134553"/>
            <a:ext cx="2152055" cy="1669852"/>
          </a:xfrm>
          <a:prstGeom prst="rect">
            <a:avLst/>
          </a:prstGeom>
        </p:spPr>
      </p:pic>
      <p:sp>
        <p:nvSpPr>
          <p:cNvPr id="4" name="Text 1">
            <a:extLst>
              <a:ext uri="{FF2B5EF4-FFF2-40B4-BE49-F238E27FC236}">
                <a16:creationId xmlns:a16="http://schemas.microsoft.com/office/drawing/2014/main" id="{FDCB4C29-8C31-83A7-559A-0166A9E868ED}"/>
              </a:ext>
            </a:extLst>
          </p:cNvPr>
          <p:cNvSpPr/>
          <p:nvPr/>
        </p:nvSpPr>
        <p:spPr>
          <a:xfrm>
            <a:off x="4012406" y="2959179"/>
            <a:ext cx="83820" cy="453509"/>
          </a:xfrm>
          <a:prstGeom prst="rect">
            <a:avLst/>
          </a:prstGeom>
          <a:noFill/>
          <a:ln/>
        </p:spPr>
        <p:txBody>
          <a:bodyPr wrap="none" lIns="0" tIns="0" rIns="0" bIns="0" rtlCol="0" anchor="t"/>
          <a:lstStyle/>
          <a:p>
            <a:pPr marL="0" indent="0" algn="ctr">
              <a:lnSpc>
                <a:spcPts val="3550"/>
              </a:lnSpc>
              <a:buNone/>
            </a:pPr>
            <a:r>
              <a:rPr lang="en-US" sz="2200" dirty="0">
                <a:solidFill>
                  <a:srgbClr val="404155"/>
                </a:solidFill>
                <a:latin typeface="Corben" pitchFamily="34" charset="0"/>
                <a:ea typeface="Corben" pitchFamily="34" charset="-122"/>
                <a:cs typeface="Corben" pitchFamily="34" charset="-120"/>
              </a:rPr>
              <a:t>1</a:t>
            </a:r>
            <a:endParaRPr lang="en-US" sz="2200" dirty="0"/>
          </a:p>
        </p:txBody>
      </p:sp>
      <p:sp>
        <p:nvSpPr>
          <p:cNvPr id="5" name="Text 2">
            <a:extLst>
              <a:ext uri="{FF2B5EF4-FFF2-40B4-BE49-F238E27FC236}">
                <a16:creationId xmlns:a16="http://schemas.microsoft.com/office/drawing/2014/main" id="{325835A0-B0F7-83DC-9129-846EF100B5F5}"/>
              </a:ext>
            </a:extLst>
          </p:cNvPr>
          <p:cNvSpPr/>
          <p:nvPr/>
        </p:nvSpPr>
        <p:spPr>
          <a:xfrm>
            <a:off x="5357217" y="254281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4155"/>
                </a:solidFill>
                <a:latin typeface="Corben" pitchFamily="34" charset="0"/>
                <a:ea typeface="Corben" pitchFamily="34" charset="-122"/>
                <a:cs typeface="Corben" pitchFamily="34" charset="-120"/>
              </a:rPr>
              <a:t>Discrimination</a:t>
            </a:r>
            <a:endParaRPr lang="en-US" sz="2200" dirty="0"/>
          </a:p>
        </p:txBody>
      </p:sp>
      <p:sp>
        <p:nvSpPr>
          <p:cNvPr id="6" name="Text 3">
            <a:extLst>
              <a:ext uri="{FF2B5EF4-FFF2-40B4-BE49-F238E27FC236}">
                <a16:creationId xmlns:a16="http://schemas.microsoft.com/office/drawing/2014/main" id="{7A1FF7E9-6C7D-083F-4686-B1B22305101F}"/>
              </a:ext>
            </a:extLst>
          </p:cNvPr>
          <p:cNvSpPr/>
          <p:nvPr/>
        </p:nvSpPr>
        <p:spPr>
          <a:xfrm>
            <a:off x="5357217" y="3033236"/>
            <a:ext cx="6804303" cy="362903"/>
          </a:xfrm>
          <a:prstGeom prst="rect">
            <a:avLst/>
          </a:prstGeom>
          <a:noFill/>
          <a:ln/>
        </p:spPr>
        <p:txBody>
          <a:bodyPr wrap="none" lIns="0" tIns="0" rIns="0" bIns="0" rtlCol="0" anchor="t"/>
          <a:lstStyle/>
          <a:p>
            <a:pPr marL="0" indent="0" algn="l">
              <a:lnSpc>
                <a:spcPts val="2850"/>
              </a:lnSpc>
              <a:buNone/>
            </a:pPr>
            <a:r>
              <a:rPr lang="en-US" sz="1750" dirty="0">
                <a:solidFill>
                  <a:srgbClr val="404155"/>
                </a:solidFill>
                <a:latin typeface="Nobile" pitchFamily="34" charset="0"/>
                <a:ea typeface="Nobile" pitchFamily="34" charset="-122"/>
                <a:cs typeface="Nobile" pitchFamily="34" charset="-120"/>
              </a:rPr>
              <a:t>Unfair treatment based on cultural or educational background.</a:t>
            </a:r>
            <a:endParaRPr lang="en-US" sz="1750" dirty="0"/>
          </a:p>
        </p:txBody>
      </p:sp>
      <p:sp>
        <p:nvSpPr>
          <p:cNvPr id="7" name="Shape 4">
            <a:extLst>
              <a:ext uri="{FF2B5EF4-FFF2-40B4-BE49-F238E27FC236}">
                <a16:creationId xmlns:a16="http://schemas.microsoft.com/office/drawing/2014/main" id="{F5343874-D4D6-099F-E954-E7D2985726F2}"/>
              </a:ext>
            </a:extLst>
          </p:cNvPr>
          <p:cNvSpPr/>
          <p:nvPr/>
        </p:nvSpPr>
        <p:spPr>
          <a:xfrm>
            <a:off x="5187077" y="3817501"/>
            <a:ext cx="8592860" cy="15240"/>
          </a:xfrm>
          <a:prstGeom prst="roundRect">
            <a:avLst>
              <a:gd name="adj" fmla="val 625116"/>
            </a:avLst>
          </a:prstGeom>
          <a:solidFill>
            <a:srgbClr val="B8BFDF"/>
          </a:solidFill>
          <a:ln/>
        </p:spPr>
        <p:txBody>
          <a:bodyPr/>
          <a:lstStyle/>
          <a:p>
            <a:endParaRPr lang="en-IN"/>
          </a:p>
        </p:txBody>
      </p:sp>
      <p:pic>
        <p:nvPicPr>
          <p:cNvPr id="8" name="Image 1" descr="preencoded.png">
            <a:extLst>
              <a:ext uri="{FF2B5EF4-FFF2-40B4-BE49-F238E27FC236}">
                <a16:creationId xmlns:a16="http://schemas.microsoft.com/office/drawing/2014/main" id="{72F03420-499B-CD96-D397-28F1CFA06BAF}"/>
              </a:ext>
            </a:extLst>
          </p:cNvPr>
          <p:cNvPicPr>
            <a:picLocks noChangeAspect="1"/>
          </p:cNvPicPr>
          <p:nvPr/>
        </p:nvPicPr>
        <p:blipFill>
          <a:blip r:embed="rId3"/>
          <a:stretch>
            <a:fillRect/>
          </a:stretch>
        </p:blipFill>
        <p:spPr>
          <a:xfrm>
            <a:off x="1902381" y="3861078"/>
            <a:ext cx="4304109" cy="1669852"/>
          </a:xfrm>
          <a:prstGeom prst="rect">
            <a:avLst/>
          </a:prstGeom>
        </p:spPr>
      </p:pic>
      <p:sp>
        <p:nvSpPr>
          <p:cNvPr id="9" name="Text 5">
            <a:extLst>
              <a:ext uri="{FF2B5EF4-FFF2-40B4-BE49-F238E27FC236}">
                <a16:creationId xmlns:a16="http://schemas.microsoft.com/office/drawing/2014/main" id="{75BC860C-120C-9A08-E6C1-56CDE6853647}"/>
              </a:ext>
            </a:extLst>
          </p:cNvPr>
          <p:cNvSpPr/>
          <p:nvPr/>
        </p:nvSpPr>
        <p:spPr>
          <a:xfrm>
            <a:off x="3980378" y="4469249"/>
            <a:ext cx="147876" cy="453509"/>
          </a:xfrm>
          <a:prstGeom prst="rect">
            <a:avLst/>
          </a:prstGeom>
          <a:noFill/>
          <a:ln/>
        </p:spPr>
        <p:txBody>
          <a:bodyPr wrap="none" lIns="0" tIns="0" rIns="0" bIns="0" rtlCol="0" anchor="t"/>
          <a:lstStyle/>
          <a:p>
            <a:pPr marL="0" indent="0" algn="ctr">
              <a:lnSpc>
                <a:spcPts val="3550"/>
              </a:lnSpc>
              <a:buNone/>
            </a:pPr>
            <a:r>
              <a:rPr lang="en-US" sz="2200" dirty="0">
                <a:solidFill>
                  <a:srgbClr val="404155"/>
                </a:solidFill>
                <a:latin typeface="Corben" pitchFamily="34" charset="0"/>
                <a:ea typeface="Corben" pitchFamily="34" charset="-122"/>
                <a:cs typeface="Corben" pitchFamily="34" charset="-120"/>
              </a:rPr>
              <a:t>2</a:t>
            </a:r>
            <a:endParaRPr lang="en-US" sz="2200" dirty="0"/>
          </a:p>
        </p:txBody>
      </p:sp>
      <p:sp>
        <p:nvSpPr>
          <p:cNvPr id="10" name="Text 6">
            <a:extLst>
              <a:ext uri="{FF2B5EF4-FFF2-40B4-BE49-F238E27FC236}">
                <a16:creationId xmlns:a16="http://schemas.microsoft.com/office/drawing/2014/main" id="{45BE86E0-02B0-491E-1070-7EAA30B8A870}"/>
              </a:ext>
            </a:extLst>
          </p:cNvPr>
          <p:cNvSpPr/>
          <p:nvPr/>
        </p:nvSpPr>
        <p:spPr>
          <a:xfrm>
            <a:off x="6433304" y="408789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4155"/>
                </a:solidFill>
                <a:latin typeface="Corben" pitchFamily="34" charset="0"/>
                <a:ea typeface="Corben" pitchFamily="34" charset="-122"/>
                <a:cs typeface="Corben" pitchFamily="34" charset="-120"/>
              </a:rPr>
              <a:t>Lack of Resources</a:t>
            </a:r>
            <a:endParaRPr lang="en-US" sz="2200" dirty="0"/>
          </a:p>
        </p:txBody>
      </p:sp>
      <p:sp>
        <p:nvSpPr>
          <p:cNvPr id="11" name="Text 7">
            <a:extLst>
              <a:ext uri="{FF2B5EF4-FFF2-40B4-BE49-F238E27FC236}">
                <a16:creationId xmlns:a16="http://schemas.microsoft.com/office/drawing/2014/main" id="{D740F562-3559-8F63-196C-6DEA2B3DE71E}"/>
              </a:ext>
            </a:extLst>
          </p:cNvPr>
          <p:cNvSpPr/>
          <p:nvPr/>
        </p:nvSpPr>
        <p:spPr>
          <a:xfrm>
            <a:off x="6433304" y="4578310"/>
            <a:ext cx="7176492" cy="725805"/>
          </a:xfrm>
          <a:prstGeom prst="rect">
            <a:avLst/>
          </a:prstGeom>
          <a:noFill/>
          <a:ln/>
        </p:spPr>
        <p:txBody>
          <a:bodyPr wrap="square" lIns="0" tIns="0" rIns="0" bIns="0" rtlCol="0" anchor="t"/>
          <a:lstStyle/>
          <a:p>
            <a:pPr marL="0" indent="0" algn="l">
              <a:lnSpc>
                <a:spcPts val="2850"/>
              </a:lnSpc>
              <a:buNone/>
            </a:pPr>
            <a:r>
              <a:rPr lang="en-US" sz="1750" dirty="0">
                <a:solidFill>
                  <a:srgbClr val="404155"/>
                </a:solidFill>
                <a:latin typeface="Nobile" pitchFamily="34" charset="0"/>
                <a:ea typeface="Nobile" pitchFamily="34" charset="-122"/>
                <a:cs typeface="Nobile" pitchFamily="34" charset="-120"/>
              </a:rPr>
              <a:t>Insufficient funding and support for minority communities' educational institutions.</a:t>
            </a:r>
            <a:endParaRPr lang="en-US" sz="1750" dirty="0"/>
          </a:p>
        </p:txBody>
      </p:sp>
      <p:sp>
        <p:nvSpPr>
          <p:cNvPr id="12" name="Shape 8">
            <a:extLst>
              <a:ext uri="{FF2B5EF4-FFF2-40B4-BE49-F238E27FC236}">
                <a16:creationId xmlns:a16="http://schemas.microsoft.com/office/drawing/2014/main" id="{33B87681-E948-4B92-A096-7FECD7593E58}"/>
              </a:ext>
            </a:extLst>
          </p:cNvPr>
          <p:cNvSpPr/>
          <p:nvPr/>
        </p:nvSpPr>
        <p:spPr>
          <a:xfrm>
            <a:off x="6263164" y="5544026"/>
            <a:ext cx="7516773" cy="15240"/>
          </a:xfrm>
          <a:prstGeom prst="roundRect">
            <a:avLst>
              <a:gd name="adj" fmla="val 625116"/>
            </a:avLst>
          </a:prstGeom>
          <a:solidFill>
            <a:srgbClr val="B8BFDF"/>
          </a:solidFill>
          <a:ln/>
        </p:spPr>
        <p:txBody>
          <a:bodyPr/>
          <a:lstStyle/>
          <a:p>
            <a:endParaRPr lang="en-IN"/>
          </a:p>
        </p:txBody>
      </p:sp>
      <p:pic>
        <p:nvPicPr>
          <p:cNvPr id="13" name="Image 2" descr="preencoded.png">
            <a:extLst>
              <a:ext uri="{FF2B5EF4-FFF2-40B4-BE49-F238E27FC236}">
                <a16:creationId xmlns:a16="http://schemas.microsoft.com/office/drawing/2014/main" id="{CDFBE7DD-CDBF-150A-EDDC-A1E00819E229}"/>
              </a:ext>
            </a:extLst>
          </p:cNvPr>
          <p:cNvPicPr>
            <a:picLocks noChangeAspect="1"/>
          </p:cNvPicPr>
          <p:nvPr/>
        </p:nvPicPr>
        <p:blipFill>
          <a:blip r:embed="rId4"/>
          <a:stretch>
            <a:fillRect/>
          </a:stretch>
        </p:blipFill>
        <p:spPr>
          <a:xfrm>
            <a:off x="826294" y="5587603"/>
            <a:ext cx="6456164" cy="1669852"/>
          </a:xfrm>
          <a:prstGeom prst="rect">
            <a:avLst/>
          </a:prstGeom>
        </p:spPr>
      </p:pic>
      <p:sp>
        <p:nvSpPr>
          <p:cNvPr id="14" name="Text 9">
            <a:extLst>
              <a:ext uri="{FF2B5EF4-FFF2-40B4-BE49-F238E27FC236}">
                <a16:creationId xmlns:a16="http://schemas.microsoft.com/office/drawing/2014/main" id="{40B47038-7E5C-3BEC-6A7A-209985CAA172}"/>
              </a:ext>
            </a:extLst>
          </p:cNvPr>
          <p:cNvSpPr/>
          <p:nvPr/>
        </p:nvSpPr>
        <p:spPr>
          <a:xfrm>
            <a:off x="3974663" y="6195774"/>
            <a:ext cx="159187" cy="453509"/>
          </a:xfrm>
          <a:prstGeom prst="rect">
            <a:avLst/>
          </a:prstGeom>
          <a:noFill/>
          <a:ln/>
        </p:spPr>
        <p:txBody>
          <a:bodyPr wrap="none" lIns="0" tIns="0" rIns="0" bIns="0" rtlCol="0" anchor="t"/>
          <a:lstStyle/>
          <a:p>
            <a:pPr marL="0" indent="0" algn="ctr">
              <a:lnSpc>
                <a:spcPts val="3550"/>
              </a:lnSpc>
              <a:buNone/>
            </a:pPr>
            <a:r>
              <a:rPr lang="en-US" sz="2200" dirty="0">
                <a:solidFill>
                  <a:srgbClr val="404155"/>
                </a:solidFill>
                <a:latin typeface="Corben" pitchFamily="34" charset="0"/>
                <a:ea typeface="Corben" pitchFamily="34" charset="-122"/>
                <a:cs typeface="Corben" pitchFamily="34" charset="-120"/>
              </a:rPr>
              <a:t>3</a:t>
            </a:r>
            <a:endParaRPr lang="en-US" sz="2200" dirty="0"/>
          </a:p>
        </p:txBody>
      </p:sp>
      <p:sp>
        <p:nvSpPr>
          <p:cNvPr id="15" name="Text 10">
            <a:extLst>
              <a:ext uri="{FF2B5EF4-FFF2-40B4-BE49-F238E27FC236}">
                <a16:creationId xmlns:a16="http://schemas.microsoft.com/office/drawing/2014/main" id="{65B3E5CD-6465-595A-987F-676D3F654F56}"/>
              </a:ext>
            </a:extLst>
          </p:cNvPr>
          <p:cNvSpPr/>
          <p:nvPr/>
        </p:nvSpPr>
        <p:spPr>
          <a:xfrm>
            <a:off x="7509272" y="581441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4155"/>
                </a:solidFill>
                <a:latin typeface="Corben" pitchFamily="34" charset="0"/>
                <a:ea typeface="Corben" pitchFamily="34" charset="-122"/>
                <a:cs typeface="Corben" pitchFamily="34" charset="-120"/>
              </a:rPr>
              <a:t>Limited Access</a:t>
            </a:r>
            <a:endParaRPr lang="en-US" sz="2200" dirty="0"/>
          </a:p>
        </p:txBody>
      </p:sp>
      <p:sp>
        <p:nvSpPr>
          <p:cNvPr id="16" name="Text 11">
            <a:extLst>
              <a:ext uri="{FF2B5EF4-FFF2-40B4-BE49-F238E27FC236}">
                <a16:creationId xmlns:a16="http://schemas.microsoft.com/office/drawing/2014/main" id="{183C5712-9C6E-FB4C-37B3-F4FE8BD85369}"/>
              </a:ext>
            </a:extLst>
          </p:cNvPr>
          <p:cNvSpPr/>
          <p:nvPr/>
        </p:nvSpPr>
        <p:spPr>
          <a:xfrm>
            <a:off x="7509272" y="6304836"/>
            <a:ext cx="6100524" cy="725805"/>
          </a:xfrm>
          <a:prstGeom prst="rect">
            <a:avLst/>
          </a:prstGeom>
          <a:noFill/>
          <a:ln/>
        </p:spPr>
        <p:txBody>
          <a:bodyPr wrap="square" lIns="0" tIns="0" rIns="0" bIns="0" rtlCol="0" anchor="t"/>
          <a:lstStyle/>
          <a:p>
            <a:pPr marL="0" indent="0" algn="l">
              <a:lnSpc>
                <a:spcPts val="2850"/>
              </a:lnSpc>
              <a:buNone/>
            </a:pPr>
            <a:r>
              <a:rPr lang="en-US" sz="1750" dirty="0">
                <a:solidFill>
                  <a:srgbClr val="404155"/>
                </a:solidFill>
                <a:latin typeface="Nobile" pitchFamily="34" charset="0"/>
                <a:ea typeface="Nobile" pitchFamily="34" charset="-122"/>
                <a:cs typeface="Nobile" pitchFamily="34" charset="-120"/>
              </a:rPr>
              <a:t>Barriers to accessing quality education for certain groups, especially in rural areas.</a:t>
            </a:r>
            <a:endParaRPr lang="en-US" sz="1750" dirty="0"/>
          </a:p>
        </p:txBody>
      </p:sp>
    </p:spTree>
    <p:extLst>
      <p:ext uri="{BB962C8B-B14F-4D97-AF65-F5344CB8AC3E}">
        <p14:creationId xmlns:p14="http://schemas.microsoft.com/office/powerpoint/2010/main" val="5390655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50"/>
                                        <p:tgtEl>
                                          <p:spTgt spid="3"/>
                                        </p:tgtEl>
                                      </p:cBhvr>
                                    </p:animEffect>
                                    <p:anim calcmode="lin" valueType="num">
                                      <p:cBhvr>
                                        <p:cTn id="8" dur="750" fill="hold"/>
                                        <p:tgtEl>
                                          <p:spTgt spid="3"/>
                                        </p:tgtEl>
                                        <p:attrNameLst>
                                          <p:attrName>ppt_x</p:attrName>
                                        </p:attrNameLst>
                                      </p:cBhvr>
                                      <p:tavLst>
                                        <p:tav tm="0">
                                          <p:val>
                                            <p:strVal val="#ppt_x"/>
                                          </p:val>
                                        </p:tav>
                                        <p:tav tm="100000">
                                          <p:val>
                                            <p:strVal val="#ppt_x"/>
                                          </p:val>
                                        </p:tav>
                                      </p:tavLst>
                                    </p:anim>
                                    <p:anim calcmode="lin" valueType="num">
                                      <p:cBhvr>
                                        <p:cTn id="9" dur="75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750"/>
                                        <p:tgtEl>
                                          <p:spTgt spid="4"/>
                                        </p:tgtEl>
                                      </p:cBhvr>
                                    </p:animEffect>
                                    <p:anim calcmode="lin" valueType="num">
                                      <p:cBhvr>
                                        <p:cTn id="13" dur="750" fill="hold"/>
                                        <p:tgtEl>
                                          <p:spTgt spid="4"/>
                                        </p:tgtEl>
                                        <p:attrNameLst>
                                          <p:attrName>ppt_x</p:attrName>
                                        </p:attrNameLst>
                                      </p:cBhvr>
                                      <p:tavLst>
                                        <p:tav tm="0">
                                          <p:val>
                                            <p:strVal val="#ppt_x"/>
                                          </p:val>
                                        </p:tav>
                                        <p:tav tm="100000">
                                          <p:val>
                                            <p:strVal val="#ppt_x"/>
                                          </p:val>
                                        </p:tav>
                                      </p:tavLst>
                                    </p:anim>
                                    <p:anim calcmode="lin" valueType="num">
                                      <p:cBhvr>
                                        <p:cTn id="14" dur="75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750"/>
                                        <p:tgtEl>
                                          <p:spTgt spid="5"/>
                                        </p:tgtEl>
                                      </p:cBhvr>
                                    </p:animEffect>
                                    <p:anim calcmode="lin" valueType="num">
                                      <p:cBhvr>
                                        <p:cTn id="18" dur="750" fill="hold"/>
                                        <p:tgtEl>
                                          <p:spTgt spid="5"/>
                                        </p:tgtEl>
                                        <p:attrNameLst>
                                          <p:attrName>ppt_x</p:attrName>
                                        </p:attrNameLst>
                                      </p:cBhvr>
                                      <p:tavLst>
                                        <p:tav tm="0">
                                          <p:val>
                                            <p:strVal val="#ppt_x"/>
                                          </p:val>
                                        </p:tav>
                                        <p:tav tm="100000">
                                          <p:val>
                                            <p:strVal val="#ppt_x"/>
                                          </p:val>
                                        </p:tav>
                                      </p:tavLst>
                                    </p:anim>
                                    <p:anim calcmode="lin" valueType="num">
                                      <p:cBhvr>
                                        <p:cTn id="19" dur="75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750"/>
                                        <p:tgtEl>
                                          <p:spTgt spid="6"/>
                                        </p:tgtEl>
                                      </p:cBhvr>
                                    </p:animEffect>
                                    <p:anim calcmode="lin" valueType="num">
                                      <p:cBhvr>
                                        <p:cTn id="23" dur="750" fill="hold"/>
                                        <p:tgtEl>
                                          <p:spTgt spid="6"/>
                                        </p:tgtEl>
                                        <p:attrNameLst>
                                          <p:attrName>ppt_x</p:attrName>
                                        </p:attrNameLst>
                                      </p:cBhvr>
                                      <p:tavLst>
                                        <p:tav tm="0">
                                          <p:val>
                                            <p:strVal val="#ppt_x"/>
                                          </p:val>
                                        </p:tav>
                                        <p:tav tm="100000">
                                          <p:val>
                                            <p:strVal val="#ppt_x"/>
                                          </p:val>
                                        </p:tav>
                                      </p:tavLst>
                                    </p:anim>
                                    <p:anim calcmode="lin" valueType="num">
                                      <p:cBhvr>
                                        <p:cTn id="24" dur="750" fill="hold"/>
                                        <p:tgtEl>
                                          <p:spTgt spid="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750"/>
                                        <p:tgtEl>
                                          <p:spTgt spid="7"/>
                                        </p:tgtEl>
                                      </p:cBhvr>
                                    </p:animEffect>
                                    <p:anim calcmode="lin" valueType="num">
                                      <p:cBhvr>
                                        <p:cTn id="28" dur="750" fill="hold"/>
                                        <p:tgtEl>
                                          <p:spTgt spid="7"/>
                                        </p:tgtEl>
                                        <p:attrNameLst>
                                          <p:attrName>ppt_x</p:attrName>
                                        </p:attrNameLst>
                                      </p:cBhvr>
                                      <p:tavLst>
                                        <p:tav tm="0">
                                          <p:val>
                                            <p:strVal val="#ppt_x"/>
                                          </p:val>
                                        </p:tav>
                                        <p:tav tm="100000">
                                          <p:val>
                                            <p:strVal val="#ppt_x"/>
                                          </p:val>
                                        </p:tav>
                                      </p:tavLst>
                                    </p:anim>
                                    <p:anim calcmode="lin" valueType="num">
                                      <p:cBhvr>
                                        <p:cTn id="29" dur="75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750"/>
                                        <p:tgtEl>
                                          <p:spTgt spid="8"/>
                                        </p:tgtEl>
                                      </p:cBhvr>
                                    </p:animEffect>
                                    <p:anim calcmode="lin" valueType="num">
                                      <p:cBhvr>
                                        <p:cTn id="35" dur="750" fill="hold"/>
                                        <p:tgtEl>
                                          <p:spTgt spid="8"/>
                                        </p:tgtEl>
                                        <p:attrNameLst>
                                          <p:attrName>ppt_x</p:attrName>
                                        </p:attrNameLst>
                                      </p:cBhvr>
                                      <p:tavLst>
                                        <p:tav tm="0">
                                          <p:val>
                                            <p:strVal val="#ppt_x"/>
                                          </p:val>
                                        </p:tav>
                                        <p:tav tm="100000">
                                          <p:val>
                                            <p:strVal val="#ppt_x"/>
                                          </p:val>
                                        </p:tav>
                                      </p:tavLst>
                                    </p:anim>
                                    <p:anim calcmode="lin" valueType="num">
                                      <p:cBhvr>
                                        <p:cTn id="36" dur="750" fill="hold"/>
                                        <p:tgtEl>
                                          <p:spTgt spid="8"/>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750"/>
                                        <p:tgtEl>
                                          <p:spTgt spid="9"/>
                                        </p:tgtEl>
                                      </p:cBhvr>
                                    </p:animEffect>
                                    <p:anim calcmode="lin" valueType="num">
                                      <p:cBhvr>
                                        <p:cTn id="40" dur="750" fill="hold"/>
                                        <p:tgtEl>
                                          <p:spTgt spid="9"/>
                                        </p:tgtEl>
                                        <p:attrNameLst>
                                          <p:attrName>ppt_x</p:attrName>
                                        </p:attrNameLst>
                                      </p:cBhvr>
                                      <p:tavLst>
                                        <p:tav tm="0">
                                          <p:val>
                                            <p:strVal val="#ppt_x"/>
                                          </p:val>
                                        </p:tav>
                                        <p:tav tm="100000">
                                          <p:val>
                                            <p:strVal val="#ppt_x"/>
                                          </p:val>
                                        </p:tav>
                                      </p:tavLst>
                                    </p:anim>
                                    <p:anim calcmode="lin" valueType="num">
                                      <p:cBhvr>
                                        <p:cTn id="41" dur="750" fill="hold"/>
                                        <p:tgtEl>
                                          <p:spTgt spid="9"/>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750"/>
                                        <p:tgtEl>
                                          <p:spTgt spid="11"/>
                                        </p:tgtEl>
                                      </p:cBhvr>
                                    </p:animEffect>
                                    <p:anim calcmode="lin" valueType="num">
                                      <p:cBhvr>
                                        <p:cTn id="45" dur="750" fill="hold"/>
                                        <p:tgtEl>
                                          <p:spTgt spid="11"/>
                                        </p:tgtEl>
                                        <p:attrNameLst>
                                          <p:attrName>ppt_x</p:attrName>
                                        </p:attrNameLst>
                                      </p:cBhvr>
                                      <p:tavLst>
                                        <p:tav tm="0">
                                          <p:val>
                                            <p:strVal val="#ppt_x"/>
                                          </p:val>
                                        </p:tav>
                                        <p:tav tm="100000">
                                          <p:val>
                                            <p:strVal val="#ppt_x"/>
                                          </p:val>
                                        </p:tav>
                                      </p:tavLst>
                                    </p:anim>
                                    <p:anim calcmode="lin" valueType="num">
                                      <p:cBhvr>
                                        <p:cTn id="46" dur="750" fill="hold"/>
                                        <p:tgtEl>
                                          <p:spTgt spid="11"/>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750"/>
                                        <p:tgtEl>
                                          <p:spTgt spid="10"/>
                                        </p:tgtEl>
                                      </p:cBhvr>
                                    </p:animEffect>
                                    <p:anim calcmode="lin" valueType="num">
                                      <p:cBhvr>
                                        <p:cTn id="50" dur="750" fill="hold"/>
                                        <p:tgtEl>
                                          <p:spTgt spid="10"/>
                                        </p:tgtEl>
                                        <p:attrNameLst>
                                          <p:attrName>ppt_x</p:attrName>
                                        </p:attrNameLst>
                                      </p:cBhvr>
                                      <p:tavLst>
                                        <p:tav tm="0">
                                          <p:val>
                                            <p:strVal val="#ppt_x"/>
                                          </p:val>
                                        </p:tav>
                                        <p:tav tm="100000">
                                          <p:val>
                                            <p:strVal val="#ppt_x"/>
                                          </p:val>
                                        </p:tav>
                                      </p:tavLst>
                                    </p:anim>
                                    <p:anim calcmode="lin" valueType="num">
                                      <p:cBhvr>
                                        <p:cTn id="51" dur="750" fill="hold"/>
                                        <p:tgtEl>
                                          <p:spTgt spid="10"/>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750"/>
                                        <p:tgtEl>
                                          <p:spTgt spid="12"/>
                                        </p:tgtEl>
                                      </p:cBhvr>
                                    </p:animEffect>
                                    <p:anim calcmode="lin" valueType="num">
                                      <p:cBhvr>
                                        <p:cTn id="55" dur="750" fill="hold"/>
                                        <p:tgtEl>
                                          <p:spTgt spid="12"/>
                                        </p:tgtEl>
                                        <p:attrNameLst>
                                          <p:attrName>ppt_x</p:attrName>
                                        </p:attrNameLst>
                                      </p:cBhvr>
                                      <p:tavLst>
                                        <p:tav tm="0">
                                          <p:val>
                                            <p:strVal val="#ppt_x"/>
                                          </p:val>
                                        </p:tav>
                                        <p:tav tm="100000">
                                          <p:val>
                                            <p:strVal val="#ppt_x"/>
                                          </p:val>
                                        </p:tav>
                                      </p:tavLst>
                                    </p:anim>
                                    <p:anim calcmode="lin" valueType="num">
                                      <p:cBhvr>
                                        <p:cTn id="56" dur="75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750"/>
                                        <p:tgtEl>
                                          <p:spTgt spid="13"/>
                                        </p:tgtEl>
                                      </p:cBhvr>
                                    </p:animEffect>
                                    <p:anim calcmode="lin" valueType="num">
                                      <p:cBhvr>
                                        <p:cTn id="62" dur="750" fill="hold"/>
                                        <p:tgtEl>
                                          <p:spTgt spid="13"/>
                                        </p:tgtEl>
                                        <p:attrNameLst>
                                          <p:attrName>ppt_x</p:attrName>
                                        </p:attrNameLst>
                                      </p:cBhvr>
                                      <p:tavLst>
                                        <p:tav tm="0">
                                          <p:val>
                                            <p:strVal val="#ppt_x"/>
                                          </p:val>
                                        </p:tav>
                                        <p:tav tm="100000">
                                          <p:val>
                                            <p:strVal val="#ppt_x"/>
                                          </p:val>
                                        </p:tav>
                                      </p:tavLst>
                                    </p:anim>
                                    <p:anim calcmode="lin" valueType="num">
                                      <p:cBhvr>
                                        <p:cTn id="63" dur="750" fill="hold"/>
                                        <p:tgtEl>
                                          <p:spTgt spid="13"/>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fade">
                                      <p:cBhvr>
                                        <p:cTn id="66" dur="750"/>
                                        <p:tgtEl>
                                          <p:spTgt spid="14"/>
                                        </p:tgtEl>
                                      </p:cBhvr>
                                    </p:animEffect>
                                    <p:anim calcmode="lin" valueType="num">
                                      <p:cBhvr>
                                        <p:cTn id="67" dur="750" fill="hold"/>
                                        <p:tgtEl>
                                          <p:spTgt spid="14"/>
                                        </p:tgtEl>
                                        <p:attrNameLst>
                                          <p:attrName>ppt_x</p:attrName>
                                        </p:attrNameLst>
                                      </p:cBhvr>
                                      <p:tavLst>
                                        <p:tav tm="0">
                                          <p:val>
                                            <p:strVal val="#ppt_x"/>
                                          </p:val>
                                        </p:tav>
                                        <p:tav tm="100000">
                                          <p:val>
                                            <p:strVal val="#ppt_x"/>
                                          </p:val>
                                        </p:tav>
                                      </p:tavLst>
                                    </p:anim>
                                    <p:anim calcmode="lin" valueType="num">
                                      <p:cBhvr>
                                        <p:cTn id="68" dur="750" fill="hold"/>
                                        <p:tgtEl>
                                          <p:spTgt spid="14"/>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6"/>
                                        </p:tgtEl>
                                        <p:attrNameLst>
                                          <p:attrName>style.visibility</p:attrName>
                                        </p:attrNameLst>
                                      </p:cBhvr>
                                      <p:to>
                                        <p:strVal val="visible"/>
                                      </p:to>
                                    </p:set>
                                    <p:animEffect transition="in" filter="fade">
                                      <p:cBhvr>
                                        <p:cTn id="71" dur="750"/>
                                        <p:tgtEl>
                                          <p:spTgt spid="16"/>
                                        </p:tgtEl>
                                      </p:cBhvr>
                                    </p:animEffect>
                                    <p:anim calcmode="lin" valueType="num">
                                      <p:cBhvr>
                                        <p:cTn id="72" dur="750" fill="hold"/>
                                        <p:tgtEl>
                                          <p:spTgt spid="16"/>
                                        </p:tgtEl>
                                        <p:attrNameLst>
                                          <p:attrName>ppt_x</p:attrName>
                                        </p:attrNameLst>
                                      </p:cBhvr>
                                      <p:tavLst>
                                        <p:tav tm="0">
                                          <p:val>
                                            <p:strVal val="#ppt_x"/>
                                          </p:val>
                                        </p:tav>
                                        <p:tav tm="100000">
                                          <p:val>
                                            <p:strVal val="#ppt_x"/>
                                          </p:val>
                                        </p:tav>
                                      </p:tavLst>
                                    </p:anim>
                                    <p:anim calcmode="lin" valueType="num">
                                      <p:cBhvr>
                                        <p:cTn id="73" dur="750" fill="hold"/>
                                        <p:tgtEl>
                                          <p:spTgt spid="16"/>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15"/>
                                        </p:tgtEl>
                                        <p:attrNameLst>
                                          <p:attrName>style.visibility</p:attrName>
                                        </p:attrNameLst>
                                      </p:cBhvr>
                                      <p:to>
                                        <p:strVal val="visible"/>
                                      </p:to>
                                    </p:set>
                                    <p:animEffect transition="in" filter="fade">
                                      <p:cBhvr>
                                        <p:cTn id="76" dur="750"/>
                                        <p:tgtEl>
                                          <p:spTgt spid="15"/>
                                        </p:tgtEl>
                                      </p:cBhvr>
                                    </p:animEffect>
                                    <p:anim calcmode="lin" valueType="num">
                                      <p:cBhvr>
                                        <p:cTn id="77" dur="750" fill="hold"/>
                                        <p:tgtEl>
                                          <p:spTgt spid="15"/>
                                        </p:tgtEl>
                                        <p:attrNameLst>
                                          <p:attrName>ppt_x</p:attrName>
                                        </p:attrNameLst>
                                      </p:cBhvr>
                                      <p:tavLst>
                                        <p:tav tm="0">
                                          <p:val>
                                            <p:strVal val="#ppt_x"/>
                                          </p:val>
                                        </p:tav>
                                        <p:tav tm="100000">
                                          <p:val>
                                            <p:strVal val="#ppt_x"/>
                                          </p:val>
                                        </p:tav>
                                      </p:tavLst>
                                    </p:anim>
                                    <p:anim calcmode="lin" valueType="num">
                                      <p:cBhvr>
                                        <p:cTn id="78" dur="75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0" grpId="0" animBg="1"/>
      <p:bldP spid="11" grpId="0" animBg="1"/>
      <p:bldP spid="12" grpId="0" animBg="1"/>
      <p:bldP spid="14" grpId="0" animBg="1"/>
      <p:bldP spid="15" grpId="0" animBg="1"/>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58309" y="2084358"/>
            <a:ext cx="5701546" cy="712708"/>
          </a:xfrm>
          <a:prstGeom prst="rect">
            <a:avLst/>
          </a:prstGeom>
          <a:noFill/>
          <a:ln/>
        </p:spPr>
        <p:txBody>
          <a:bodyPr wrap="none" lIns="0" tIns="0" rIns="0" bIns="0" rtlCol="0" anchor="t"/>
          <a:lstStyle/>
          <a:p>
            <a:pPr marL="0" indent="0">
              <a:lnSpc>
                <a:spcPts val="5600"/>
              </a:lnSpc>
              <a:buNone/>
            </a:pPr>
            <a:r>
              <a:rPr lang="en-US" sz="4450" dirty="0">
                <a:solidFill>
                  <a:srgbClr val="1F1E1E"/>
                </a:solidFill>
                <a:latin typeface="Roboto Slab" pitchFamily="2" charset="0"/>
                <a:ea typeface="Roboto Slab" pitchFamily="2" charset="0"/>
                <a:cs typeface="Roboto Slab" pitchFamily="2" charset="0"/>
              </a:rPr>
              <a:t>Conclusion</a:t>
            </a:r>
            <a:endParaRPr lang="en-US" sz="4450" dirty="0">
              <a:latin typeface="Roboto Slab" pitchFamily="2" charset="0"/>
              <a:ea typeface="Roboto Slab" pitchFamily="2" charset="0"/>
              <a:cs typeface="Roboto Slab" pitchFamily="2" charset="0"/>
            </a:endParaRPr>
          </a:p>
        </p:txBody>
      </p:sp>
      <p:sp>
        <p:nvSpPr>
          <p:cNvPr id="4" name="Text 1"/>
          <p:cNvSpPr/>
          <p:nvPr/>
        </p:nvSpPr>
        <p:spPr>
          <a:xfrm>
            <a:off x="758309" y="3035353"/>
            <a:ext cx="7627382" cy="1386840"/>
          </a:xfrm>
          <a:prstGeom prst="rect">
            <a:avLst/>
          </a:prstGeom>
          <a:noFill/>
          <a:ln/>
        </p:spPr>
        <p:txBody>
          <a:bodyPr wrap="square" lIns="0" tIns="0" rIns="0" bIns="0" rtlCol="0" anchor="t"/>
          <a:lstStyle/>
          <a:p>
            <a:pPr algn="just"/>
            <a:r>
              <a:rPr lang="en-US" sz="2400" dirty="0">
                <a:solidFill>
                  <a:srgbClr val="3B3535"/>
                </a:solidFill>
                <a:latin typeface="Roboto Slab" pitchFamily="2" charset="0"/>
                <a:ea typeface="Roboto Slab" pitchFamily="2" charset="0"/>
                <a:cs typeface="Roboto Slab" pitchFamily="2" charset="0"/>
              </a:rPr>
              <a:t>Cultural and educational rights are important for a fair and inclusive society. Protecting these rights helps everyone grow and contribute to the diversity of human experiences.</a:t>
            </a:r>
          </a:p>
          <a:p>
            <a:pPr marL="0" indent="0" algn="just">
              <a:buNone/>
            </a:pPr>
            <a:endParaRPr lang="en-US" sz="2400" dirty="0">
              <a:latin typeface="Roboto Slab" pitchFamily="2" charset="0"/>
              <a:ea typeface="Roboto Slab" pitchFamily="2" charset="0"/>
              <a:cs typeface="Roboto Slab" pitchFamily="2"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anim calcmode="lin" valueType="num">
                                      <p:cBhvr>
                                        <p:cTn id="8" dur="750" fill="hold"/>
                                        <p:tgtEl>
                                          <p:spTgt spid="4"/>
                                        </p:tgtEl>
                                        <p:attrNameLst>
                                          <p:attrName>ppt_x</p:attrName>
                                        </p:attrNameLst>
                                      </p:cBhvr>
                                      <p:tavLst>
                                        <p:tav tm="0">
                                          <p:val>
                                            <p:strVal val="#ppt_x"/>
                                          </p:val>
                                        </p:tav>
                                        <p:tav tm="100000">
                                          <p:val>
                                            <p:strVal val="#ppt_x"/>
                                          </p:val>
                                        </p:tav>
                                      </p:tavLst>
                                    </p:anim>
                                    <p:anim calcmode="lin" valueType="num">
                                      <p:cBhvr>
                                        <p:cTn id="9" dur="7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2">
            <a:extLst>
              <a:ext uri="{FF2B5EF4-FFF2-40B4-BE49-F238E27FC236}">
                <a16:creationId xmlns:a16="http://schemas.microsoft.com/office/drawing/2014/main" id="{E67D4E92-B693-D9D7-068B-7FBC8AFCEDA6}"/>
              </a:ext>
            </a:extLst>
          </p:cNvPr>
          <p:cNvSpPr/>
          <p:nvPr/>
        </p:nvSpPr>
        <p:spPr>
          <a:xfrm rot="20791940">
            <a:off x="1299747" y="1932250"/>
            <a:ext cx="7488118" cy="3207641"/>
          </a:xfrm>
          <a:prstGeom prst="rect">
            <a:avLst/>
          </a:prstGeom>
          <a:noFill/>
          <a:ln/>
        </p:spPr>
        <p:txBody>
          <a:bodyPr wrap="square" rtlCol="0" anchor="t"/>
          <a:lstStyle/>
          <a:p>
            <a:r>
              <a:rPr lang="en-US" sz="8000" dirty="0">
                <a:latin typeface="Roboto Slab" pitchFamily="2" charset="0"/>
                <a:ea typeface="Roboto Slab" pitchFamily="2" charset="0"/>
                <a:cs typeface="Roboto Slab" pitchFamily="2" charset="0"/>
              </a:rPr>
              <a:t>Thank You for Your Attention &amp; Presence</a:t>
            </a:r>
          </a:p>
        </p:txBody>
      </p:sp>
      <p:pic>
        <p:nvPicPr>
          <p:cNvPr id="3" name="Picture 2">
            <a:extLst>
              <a:ext uri="{FF2B5EF4-FFF2-40B4-BE49-F238E27FC236}">
                <a16:creationId xmlns:a16="http://schemas.microsoft.com/office/drawing/2014/main" id="{56C9E62D-2E0E-0D64-2C42-3A960160DEB3}"/>
              </a:ext>
            </a:extLst>
          </p:cNvPr>
          <p:cNvPicPr>
            <a:picLocks noChangeAspect="1"/>
          </p:cNvPicPr>
          <p:nvPr/>
        </p:nvPicPr>
        <p:blipFill>
          <a:blip r:embed="rId3"/>
          <a:srcRect b="3860"/>
          <a:stretch/>
        </p:blipFill>
        <p:spPr>
          <a:xfrm flipH="1">
            <a:off x="9815409" y="0"/>
            <a:ext cx="4814991" cy="82296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theme/theme1.xml><?xml version="1.0" encoding="utf-8"?>
<a:theme xmlns:a="http://schemas.openxmlformats.org/drawingml/2006/main" name="PC PP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PC PPT</Template>
  <TotalTime>644</TotalTime>
  <Words>299</Words>
  <Application>Microsoft Office PowerPoint</Application>
  <PresentationFormat>Custom</PresentationFormat>
  <Paragraphs>41</Paragraphs>
  <Slides>8</Slides>
  <Notes>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Nobile</vt:lpstr>
      <vt:lpstr>Calibri Light</vt:lpstr>
      <vt:lpstr>Corben</vt:lpstr>
      <vt:lpstr>Calibri</vt:lpstr>
      <vt:lpstr>Arial</vt:lpstr>
      <vt:lpstr>Roboto Slab</vt:lpstr>
      <vt:lpstr>PC PPT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Adnan Khan</cp:lastModifiedBy>
  <cp:revision>171</cp:revision>
  <dcterms:created xsi:type="dcterms:W3CDTF">2024-09-23T14:37:17Z</dcterms:created>
  <dcterms:modified xsi:type="dcterms:W3CDTF">2024-12-11T04:25:05Z</dcterms:modified>
</cp:coreProperties>
</file>