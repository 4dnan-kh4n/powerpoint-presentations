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3" r:id="rId1"/>
  </p:sldMasterIdLst>
  <p:notesMasterIdLst>
    <p:notesMasterId r:id="rId6"/>
  </p:notesMasterIdLst>
  <p:sldIdLst>
    <p:sldId id="281" r:id="rId2"/>
    <p:sldId id="282" r:id="rId3"/>
    <p:sldId id="283" r:id="rId4"/>
    <p:sldId id="284" r:id="rId5"/>
  </p:sldIdLst>
  <p:sldSz cx="14630400" cy="8229600"/>
  <p:notesSz cx="8229600" cy="14630400"/>
  <p:embeddedFontLst>
    <p:embeddedFont>
      <p:font typeface="Corben" panose="020B0604020202020204" charset="0"/>
      <p:regular r:id="rId7"/>
    </p:embeddedFont>
    <p:embeddedFont>
      <p:font typeface="Nobile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F"/>
    <a:srgbClr val="F9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65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A1BC-2FED-DD7B-5941-422C27358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2B441-E74C-A0E5-F70D-E23924CC6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3CF5A-68F6-A1F9-5B3C-5FC1B88D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3F120-6474-1FCF-8A86-FBD6DC65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B391-3F12-C25D-75EA-A2E55F25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8763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28F0-0D5B-44DB-858E-2DF5FDAF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6609-D117-A337-FB82-4C31BC7AE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31D9A-7820-412C-B1F9-41E19F2F1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CA410-85C4-57F4-F6F0-98856C42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73D8C-0973-0AD6-246E-3034AAC2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7972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E5BD-7099-9E03-A152-90C8F584F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02B2A-ED32-2790-0981-9FD6BDF4F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EA117-2B7C-4B7D-48D4-0AC7D802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D0086-095D-DB1B-15BD-E2D4A22E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78624-F1F3-0117-5036-22CB2958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771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F75A-313E-C21E-107B-BF79380D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2AD8-7445-005C-BD8A-80F8A4FC5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07E3A-085E-FBFE-E7E4-024544790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BCF3E-1330-9290-52FB-B45039FA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75F93-FAF6-0A0B-E557-D5C2935E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C83A5-129C-4B76-38D7-A9EA1542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23349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00AF4-4FB0-73A8-7F30-2266A2FF9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50917-B005-18F1-95B0-45622FC64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D06A4-346E-FFF3-208E-8A7B376B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89648-7984-D4EE-1CDF-EE85322DC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97448-E265-AF50-371C-96A21C6FA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BB5CD-2BE9-473B-8F0F-4F039D01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D8FD8-3B6F-069A-2517-7F04A7DA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243F3-D462-0ABC-C26B-47BC6D91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6353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E11A-84BC-A36D-4EA6-5FE6BB32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65265-63EC-32C1-71FA-737B736E3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69898-0ECF-5DA2-1699-46DA6D53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561A3-3A06-8A97-133D-1F476C6F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0255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7880A0-2983-0CF5-E301-23719C30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ABD5B-F44E-1053-6CAD-BCFEDE95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24CB2-56D0-42E1-4C87-B103C181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2164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74A4-C20B-9A62-81B3-60B39A94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54A34-5021-4DA2-0E33-6C0FE957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E84A4-0810-80CE-407B-B1F80B756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E98F4-0096-BC0D-0E8B-D8DCD9092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B1BE-90C1-8E22-5FB6-44404845D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6ACF2-CE4A-EAD0-0CC3-B8E1C456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181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00E8-75A8-36A9-4CFC-BD6EA8F6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493408-6BA1-F22A-D0A7-3229AA0C3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6F00C-3F35-FA20-F00F-627484CC7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FE38A-4BC6-8246-C4EE-E6F4561D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1DD58-4406-73B7-65F1-D482C12B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2024E-6C9C-D638-0727-C06767F8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130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ECE7-9DA5-93E5-B11B-15019D03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89474-D374-7462-39F4-B6990CE88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C7FA5-06D3-53D4-9F29-3D706FC1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79B7B-B882-C3B2-4B6A-6BDD17F4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F01-9E63-5603-B946-4332BFA6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866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D9CD9-F73B-E5DA-1C4A-1775EA355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73263-45CE-6192-E3F7-759FA000D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352A0-8EFF-8AB7-A847-B4FC905D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AC64-125B-22E6-19E2-12D74591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05309-BB71-118A-B757-F1DE2D2A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6289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4986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578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9690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44465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87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4E419-108E-8EF4-BD2E-EFDE6B1F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14A7B-A865-181B-3065-571A52B20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792BA-39CB-17F7-1B0F-34C08797D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9903A-CF72-4AC0-998D-59565C40B9A7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B8401-F776-C74E-D92D-C426551E7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3861-890B-48EE-A5F2-F8F82388E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1C39-A834-444A-AF2D-F08D60C31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1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6" r:id="rId12"/>
    <p:sldLayoutId id="2147483697" r:id="rId13"/>
    <p:sldLayoutId id="2147483698" r:id="rId14"/>
    <p:sldLayoutId id="2147483699" r:id="rId15"/>
    <p:sldLayoutId id="2147483701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5E1ED-C66D-1A2E-9266-4E1603B9AD48}"/>
              </a:ext>
            </a:extLst>
          </p:cNvPr>
          <p:cNvSpPr/>
          <p:nvPr/>
        </p:nvSpPr>
        <p:spPr>
          <a:xfrm>
            <a:off x="0" y="0"/>
            <a:ext cx="5003800" cy="8229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89D7D-5596-1628-E0A7-4FA27AD7D1A4}"/>
              </a:ext>
            </a:extLst>
          </p:cNvPr>
          <p:cNvSpPr/>
          <p:nvPr/>
        </p:nvSpPr>
        <p:spPr>
          <a:xfrm>
            <a:off x="5003800" y="0"/>
            <a:ext cx="5003800" cy="822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46FAC-1934-10A0-0669-19BAE45C78B4}"/>
              </a:ext>
            </a:extLst>
          </p:cNvPr>
          <p:cNvSpPr/>
          <p:nvPr/>
        </p:nvSpPr>
        <p:spPr>
          <a:xfrm>
            <a:off x="10007600" y="0"/>
            <a:ext cx="4622800" cy="822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AEA777EC-C272-C13D-086B-993429FD3DAB}"/>
              </a:ext>
            </a:extLst>
          </p:cNvPr>
          <p:cNvSpPr/>
          <p:nvPr/>
        </p:nvSpPr>
        <p:spPr>
          <a:xfrm>
            <a:off x="301407" y="6103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Preserving Cultural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4000" dirty="0">
              <a:latin typeface="Corben" pitchFamily="34" charset="0"/>
              <a:ea typeface="Corben" pitchFamily="34" charset="-122"/>
              <a:cs typeface="Corben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Diversity</a:t>
            </a:r>
            <a:endParaRPr lang="en-US" sz="4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83BE7F1-7002-3176-045A-1BF68066FD1D}"/>
              </a:ext>
            </a:extLst>
          </p:cNvPr>
          <p:cNvSpPr/>
          <p:nvPr/>
        </p:nvSpPr>
        <p:spPr>
          <a:xfrm>
            <a:off x="3014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latin typeface="Nobile" pitchFamily="34" charset="0"/>
                <a:cs typeface="Nobile" pitchFamily="34" charset="-120"/>
              </a:rPr>
              <a:t>Safeguarding the unique traditions of different cultures.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FFF5CDC-0145-68D1-FFC4-0E970857CFDD}"/>
              </a:ext>
            </a:extLst>
          </p:cNvPr>
          <p:cNvSpPr/>
          <p:nvPr/>
        </p:nvSpPr>
        <p:spPr>
          <a:xfrm>
            <a:off x="5524500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Promoting Equality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&amp; Inclusion</a:t>
            </a:r>
            <a:endParaRPr lang="en-US" sz="4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D47C90A-37C1-527B-25AE-FB38ACC371FD}"/>
              </a:ext>
            </a:extLst>
          </p:cNvPr>
          <p:cNvSpPr/>
          <p:nvPr/>
        </p:nvSpPr>
        <p:spPr>
          <a:xfrm>
            <a:off x="5524500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Making sure everyone has equal chances and access to education, no matter their background.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DB7DC333-1A2C-5B90-5268-F4B4561F26B7}"/>
              </a:ext>
            </a:extLst>
          </p:cNvPr>
          <p:cNvSpPr/>
          <p:nvPr/>
        </p:nvSpPr>
        <p:spPr>
          <a:xfrm>
            <a:off x="10169307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Fostering Social 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Cohesion</a:t>
            </a:r>
            <a:endParaRPr lang="en-US" sz="40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A726CB9-0E5A-54AF-17AC-E847F7A75E14}"/>
              </a:ext>
            </a:extLst>
          </p:cNvPr>
          <p:cNvSpPr/>
          <p:nvPr/>
        </p:nvSpPr>
        <p:spPr>
          <a:xfrm>
            <a:off x="101693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Building a peaceful society where different cultures and traditions live together and grow.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3A853A-9672-133F-609F-BC8E02B00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77"/>
          <a:stretch>
            <a:fillRect/>
          </a:stretch>
        </p:blipFill>
        <p:spPr>
          <a:xfrm>
            <a:off x="-84248" y="0"/>
            <a:ext cx="14714648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38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67A3-880C-0B2F-DDB6-3CBAF012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DBFA72-B84F-55E6-265B-DB89B7D88199}"/>
              </a:ext>
            </a:extLst>
          </p:cNvPr>
          <p:cNvSpPr/>
          <p:nvPr/>
        </p:nvSpPr>
        <p:spPr>
          <a:xfrm>
            <a:off x="0" y="0"/>
            <a:ext cx="5003800" cy="8229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A440A4-F125-EA7E-BBEF-AA976BA85937}"/>
              </a:ext>
            </a:extLst>
          </p:cNvPr>
          <p:cNvSpPr/>
          <p:nvPr/>
        </p:nvSpPr>
        <p:spPr>
          <a:xfrm>
            <a:off x="5003800" y="0"/>
            <a:ext cx="5003800" cy="822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1C25-E8F7-972A-FB78-526FC024B777}"/>
              </a:ext>
            </a:extLst>
          </p:cNvPr>
          <p:cNvSpPr/>
          <p:nvPr/>
        </p:nvSpPr>
        <p:spPr>
          <a:xfrm>
            <a:off x="10007600" y="0"/>
            <a:ext cx="4622800" cy="822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78722C2-A77D-435F-0754-4BA24CDEB287}"/>
              </a:ext>
            </a:extLst>
          </p:cNvPr>
          <p:cNvSpPr/>
          <p:nvPr/>
        </p:nvSpPr>
        <p:spPr>
          <a:xfrm>
            <a:off x="301407" y="6103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Preserving Cultural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4000" dirty="0">
              <a:latin typeface="Corben" pitchFamily="34" charset="0"/>
              <a:ea typeface="Corben" pitchFamily="34" charset="-122"/>
              <a:cs typeface="Corben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Diversity</a:t>
            </a:r>
            <a:endParaRPr lang="en-US" sz="4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D9ACA746-E2FF-F89E-DFFA-8AAF6E5CC9DC}"/>
              </a:ext>
            </a:extLst>
          </p:cNvPr>
          <p:cNvSpPr/>
          <p:nvPr/>
        </p:nvSpPr>
        <p:spPr>
          <a:xfrm>
            <a:off x="3014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latin typeface="Nobile" pitchFamily="34" charset="0"/>
                <a:cs typeface="Nobile" pitchFamily="34" charset="-120"/>
              </a:rPr>
              <a:t>Safeguarding the unique traditions of different cultures.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53DFFC13-4ACB-52D2-1D1C-B220261C5D4C}"/>
              </a:ext>
            </a:extLst>
          </p:cNvPr>
          <p:cNvSpPr/>
          <p:nvPr/>
        </p:nvSpPr>
        <p:spPr>
          <a:xfrm>
            <a:off x="5524500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Promoting Equality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&amp; Inclusion</a:t>
            </a:r>
            <a:endParaRPr lang="en-US" sz="4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ACDEFCCB-B039-1ED4-1391-8019E92EB614}"/>
              </a:ext>
            </a:extLst>
          </p:cNvPr>
          <p:cNvSpPr/>
          <p:nvPr/>
        </p:nvSpPr>
        <p:spPr>
          <a:xfrm>
            <a:off x="5524500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Making sure everyone has equal chances and access to education, no matter their background.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BB87832C-9570-4F3C-8CC2-040AFD6A0BE4}"/>
              </a:ext>
            </a:extLst>
          </p:cNvPr>
          <p:cNvSpPr/>
          <p:nvPr/>
        </p:nvSpPr>
        <p:spPr>
          <a:xfrm>
            <a:off x="10169307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Fostering Social 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Cohesion</a:t>
            </a:r>
            <a:endParaRPr lang="en-US" sz="40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1201FE86-2330-41E4-8196-D1109F9732B8}"/>
              </a:ext>
            </a:extLst>
          </p:cNvPr>
          <p:cNvSpPr/>
          <p:nvPr/>
        </p:nvSpPr>
        <p:spPr>
          <a:xfrm>
            <a:off x="101693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Building a peaceful society where different cultures and traditions live together and grow.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826197-22F1-A496-8076-3908F00DF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77"/>
          <a:stretch>
            <a:fillRect/>
          </a:stretch>
        </p:blipFill>
        <p:spPr>
          <a:xfrm>
            <a:off x="5003799" y="0"/>
            <a:ext cx="14714648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97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49D0-7F1E-789C-FE0B-FFB87556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CC498D-5E4D-9F1F-9341-3B7FA466F63B}"/>
              </a:ext>
            </a:extLst>
          </p:cNvPr>
          <p:cNvSpPr/>
          <p:nvPr/>
        </p:nvSpPr>
        <p:spPr>
          <a:xfrm>
            <a:off x="0" y="0"/>
            <a:ext cx="5003800" cy="8229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9DAFEB-4DCA-252E-4AA9-AD4825C647A6}"/>
              </a:ext>
            </a:extLst>
          </p:cNvPr>
          <p:cNvSpPr/>
          <p:nvPr/>
        </p:nvSpPr>
        <p:spPr>
          <a:xfrm>
            <a:off x="5003800" y="0"/>
            <a:ext cx="5003800" cy="822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47F673-72E6-0E99-463A-F2D714844A3C}"/>
              </a:ext>
            </a:extLst>
          </p:cNvPr>
          <p:cNvSpPr/>
          <p:nvPr/>
        </p:nvSpPr>
        <p:spPr>
          <a:xfrm>
            <a:off x="10007600" y="0"/>
            <a:ext cx="4622800" cy="822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F2800E1-FDA1-CB9B-D6DC-8A346AFEBD1D}"/>
              </a:ext>
            </a:extLst>
          </p:cNvPr>
          <p:cNvSpPr/>
          <p:nvPr/>
        </p:nvSpPr>
        <p:spPr>
          <a:xfrm>
            <a:off x="301407" y="6103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Preserving Cultural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4000" dirty="0">
              <a:latin typeface="Corben" pitchFamily="34" charset="0"/>
              <a:ea typeface="Corben" pitchFamily="34" charset="-122"/>
              <a:cs typeface="Corben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Diversity</a:t>
            </a:r>
            <a:endParaRPr lang="en-US" sz="4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1AC9B23-E75F-B6D9-94D9-9B847ACEDF4F}"/>
              </a:ext>
            </a:extLst>
          </p:cNvPr>
          <p:cNvSpPr/>
          <p:nvPr/>
        </p:nvSpPr>
        <p:spPr>
          <a:xfrm>
            <a:off x="3014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latin typeface="Nobile" pitchFamily="34" charset="0"/>
                <a:cs typeface="Nobile" pitchFamily="34" charset="-120"/>
              </a:rPr>
              <a:t>Safeguarding the unique traditions of different cultures.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D02F8AF-7805-5D6E-0937-1A9957635342}"/>
              </a:ext>
            </a:extLst>
          </p:cNvPr>
          <p:cNvSpPr/>
          <p:nvPr/>
        </p:nvSpPr>
        <p:spPr>
          <a:xfrm>
            <a:off x="5524500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Promoting Equality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&amp; Inclusion</a:t>
            </a:r>
            <a:endParaRPr lang="en-US" sz="4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A486814F-7545-E728-18DB-8D0AB09522C0}"/>
              </a:ext>
            </a:extLst>
          </p:cNvPr>
          <p:cNvSpPr/>
          <p:nvPr/>
        </p:nvSpPr>
        <p:spPr>
          <a:xfrm>
            <a:off x="5524500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Making sure everyone has equal chances and access to education, no matter their background.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7F48234F-7AEB-DA8B-7A4C-EC9981087FF4}"/>
              </a:ext>
            </a:extLst>
          </p:cNvPr>
          <p:cNvSpPr/>
          <p:nvPr/>
        </p:nvSpPr>
        <p:spPr>
          <a:xfrm>
            <a:off x="10169307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Fostering Social 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Cohesion</a:t>
            </a:r>
            <a:endParaRPr lang="en-US" sz="40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DB676E2A-8204-08C3-7D27-1622F4761D93}"/>
              </a:ext>
            </a:extLst>
          </p:cNvPr>
          <p:cNvSpPr/>
          <p:nvPr/>
        </p:nvSpPr>
        <p:spPr>
          <a:xfrm>
            <a:off x="101693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Building a peaceful society where different cultures and traditions live together and grow.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A08210-CCAD-379E-57A9-20C25A9959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77"/>
          <a:stretch>
            <a:fillRect/>
          </a:stretch>
        </p:blipFill>
        <p:spPr>
          <a:xfrm>
            <a:off x="10007599" y="0"/>
            <a:ext cx="14714648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41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F0AC-C8B3-C28C-5A4D-75CC6420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F6DFBC-84D8-CD2C-84CD-0B59AA468D92}"/>
              </a:ext>
            </a:extLst>
          </p:cNvPr>
          <p:cNvSpPr/>
          <p:nvPr/>
        </p:nvSpPr>
        <p:spPr>
          <a:xfrm>
            <a:off x="0" y="0"/>
            <a:ext cx="5003800" cy="82296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F2B37F-71D2-3B77-577F-DA30FC009C1D}"/>
              </a:ext>
            </a:extLst>
          </p:cNvPr>
          <p:cNvSpPr/>
          <p:nvPr/>
        </p:nvSpPr>
        <p:spPr>
          <a:xfrm>
            <a:off x="5003800" y="0"/>
            <a:ext cx="5003800" cy="822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181FE2-2DEB-3C7F-F8FE-E50284D9F350}"/>
              </a:ext>
            </a:extLst>
          </p:cNvPr>
          <p:cNvSpPr/>
          <p:nvPr/>
        </p:nvSpPr>
        <p:spPr>
          <a:xfrm>
            <a:off x="10007600" y="0"/>
            <a:ext cx="4622800" cy="822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A8BDA26C-E127-43B8-EFF3-3028E9C47636}"/>
              </a:ext>
            </a:extLst>
          </p:cNvPr>
          <p:cNvSpPr/>
          <p:nvPr/>
        </p:nvSpPr>
        <p:spPr>
          <a:xfrm>
            <a:off x="301407" y="6103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Preserving Cultural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4000" dirty="0">
              <a:latin typeface="Corben" pitchFamily="34" charset="0"/>
              <a:ea typeface="Corben" pitchFamily="34" charset="-122"/>
              <a:cs typeface="Corben" pitchFamily="34" charset="-12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Diversity</a:t>
            </a:r>
            <a:endParaRPr lang="en-US" sz="4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BEFFB60-5838-1F8C-02EF-A788D751BBB7}"/>
              </a:ext>
            </a:extLst>
          </p:cNvPr>
          <p:cNvSpPr/>
          <p:nvPr/>
        </p:nvSpPr>
        <p:spPr>
          <a:xfrm>
            <a:off x="3014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latin typeface="Nobile" pitchFamily="34" charset="0"/>
                <a:cs typeface="Nobile" pitchFamily="34" charset="-120"/>
              </a:rPr>
              <a:t>Safeguarding the unique traditions of different cultures.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89E6A72-A791-E090-92C2-53244C32A363}"/>
              </a:ext>
            </a:extLst>
          </p:cNvPr>
          <p:cNvSpPr/>
          <p:nvPr/>
        </p:nvSpPr>
        <p:spPr>
          <a:xfrm>
            <a:off x="5524500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Promoting Equality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&amp; Inclusion</a:t>
            </a:r>
            <a:endParaRPr lang="en-US" sz="40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99847BD0-D7EE-C3B7-6232-A2E1057EA360}"/>
              </a:ext>
            </a:extLst>
          </p:cNvPr>
          <p:cNvSpPr/>
          <p:nvPr/>
        </p:nvSpPr>
        <p:spPr>
          <a:xfrm>
            <a:off x="5524500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Making sure everyone has equal chances and access to education, no matter their background.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62E4F27-E09F-981E-421B-98E04924018F}"/>
              </a:ext>
            </a:extLst>
          </p:cNvPr>
          <p:cNvSpPr/>
          <p:nvPr/>
        </p:nvSpPr>
        <p:spPr>
          <a:xfrm>
            <a:off x="10169307" y="369094"/>
            <a:ext cx="4702394" cy="104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Fostering Social </a:t>
            </a:r>
          </a:p>
          <a:p>
            <a:r>
              <a:rPr lang="en-US" sz="4000" dirty="0">
                <a:latin typeface="Corben" pitchFamily="34" charset="0"/>
                <a:ea typeface="Corben" pitchFamily="34" charset="-122"/>
                <a:cs typeface="Corben" pitchFamily="34" charset="-120"/>
              </a:rPr>
              <a:t>Cohesion</a:t>
            </a:r>
            <a:endParaRPr lang="en-US" sz="40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4E1131D8-6F03-AECF-8A5D-EF3AE5EFECA3}"/>
              </a:ext>
            </a:extLst>
          </p:cNvPr>
          <p:cNvSpPr/>
          <p:nvPr/>
        </p:nvSpPr>
        <p:spPr>
          <a:xfrm>
            <a:off x="10169307" y="2404307"/>
            <a:ext cx="4181693" cy="234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latin typeface="Nobile" pitchFamily="34" charset="0"/>
                <a:cs typeface="Nobile" pitchFamily="34" charset="-120"/>
              </a:rPr>
              <a:t>Building a peaceful society where different cultures and traditions live together and grow.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B26145-BFE5-3B65-12AA-15C5468F3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677"/>
          <a:stretch>
            <a:fillRect/>
          </a:stretch>
        </p:blipFill>
        <p:spPr>
          <a:xfrm>
            <a:off x="14630400" y="0"/>
            <a:ext cx="14714648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02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C 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PC PPT</Template>
  <TotalTime>671</TotalTime>
  <Words>192</Words>
  <Application>Microsoft Office PowerPoint</Application>
  <PresentationFormat>Custom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Corben</vt:lpstr>
      <vt:lpstr>Nobile</vt:lpstr>
      <vt:lpstr>Calibri Light</vt:lpstr>
      <vt:lpstr>Calibri</vt:lpstr>
      <vt:lpstr>PC PPT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Adnan Khan</cp:lastModifiedBy>
  <cp:revision>173</cp:revision>
  <dcterms:created xsi:type="dcterms:W3CDTF">2024-09-23T14:37:17Z</dcterms:created>
  <dcterms:modified xsi:type="dcterms:W3CDTF">2025-08-16T14:33:50Z</dcterms:modified>
</cp:coreProperties>
</file>