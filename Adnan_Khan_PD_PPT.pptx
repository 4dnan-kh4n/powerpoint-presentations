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16"/>
  </p:notesMasterIdLst>
  <p:handoutMasterIdLst>
    <p:handoutMasterId r:id="rId17"/>
  </p:handoutMasterIdLst>
  <p:sldIdLst>
    <p:sldId id="267" r:id="rId2"/>
    <p:sldId id="278" r:id="rId3"/>
    <p:sldId id="269" r:id="rId4"/>
    <p:sldId id="271" r:id="rId5"/>
    <p:sldId id="280" r:id="rId6"/>
    <p:sldId id="272" r:id="rId7"/>
    <p:sldId id="273" r:id="rId8"/>
    <p:sldId id="281" r:id="rId9"/>
    <p:sldId id="274" r:id="rId10"/>
    <p:sldId id="275" r:id="rId11"/>
    <p:sldId id="282" r:id="rId12"/>
    <p:sldId id="283" r:id="rId13"/>
    <p:sldId id="276" r:id="rId14"/>
    <p:sldId id="279" r:id="rId15"/>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Quicksand" panose="020B0604020202020204" charset="0"/>
      <p:regular r:id="rId22"/>
      <p:bold r:id="rId23"/>
    </p:embeddedFont>
    <p:embeddedFont>
      <p:font typeface="Tuffy" panose="020B0603060100000000" charset="0"/>
      <p:regular r:id="rId24"/>
      <p:bold r:id="rId25"/>
      <p:italic r:id="rId26"/>
      <p:boldItalic r:id="rId27"/>
    </p:embeddedFont>
    <p:embeddedFont>
      <p:font typeface="Twinkl" panose="020B0604020202020204" charset="0"/>
      <p:regular r:id="rId28"/>
      <p:bold r:id="rId29"/>
    </p:embeddedFont>
    <p:embeddedFont>
      <p:font typeface="Twinkl SemiBold" charset="0"/>
      <p:bold r:id="rId30"/>
    </p:embeddedFont>
  </p:embeddedFontLst>
  <p:defaultTextStyle>
    <a:defPPr>
      <a:defRPr lang="en-US"/>
    </a:defPPr>
    <a:lvl1pPr algn="l" rtl="0" eaLnBrk="0" fontAlgn="base" hangingPunct="0">
      <a:spcBef>
        <a:spcPct val="0"/>
      </a:spcBef>
      <a:spcAft>
        <a:spcPct val="0"/>
      </a:spcAft>
      <a:defRPr kern="1200">
        <a:solidFill>
          <a:schemeClr val="tx1"/>
        </a:solidFill>
        <a:latin typeface="Twinkl" pitchFamily="2" charset="0"/>
        <a:ea typeface="+mn-ea"/>
        <a:cs typeface="+mn-cs"/>
      </a:defRPr>
    </a:lvl1pPr>
    <a:lvl2pPr marL="457200" algn="l" rtl="0" eaLnBrk="0" fontAlgn="base" hangingPunct="0">
      <a:spcBef>
        <a:spcPct val="0"/>
      </a:spcBef>
      <a:spcAft>
        <a:spcPct val="0"/>
      </a:spcAft>
      <a:defRPr kern="1200">
        <a:solidFill>
          <a:schemeClr val="tx1"/>
        </a:solidFill>
        <a:latin typeface="Twinkl" pitchFamily="2" charset="0"/>
        <a:ea typeface="+mn-ea"/>
        <a:cs typeface="+mn-cs"/>
      </a:defRPr>
    </a:lvl2pPr>
    <a:lvl3pPr marL="914400" algn="l" rtl="0" eaLnBrk="0" fontAlgn="base" hangingPunct="0">
      <a:spcBef>
        <a:spcPct val="0"/>
      </a:spcBef>
      <a:spcAft>
        <a:spcPct val="0"/>
      </a:spcAft>
      <a:defRPr kern="1200">
        <a:solidFill>
          <a:schemeClr val="tx1"/>
        </a:solidFill>
        <a:latin typeface="Twinkl" pitchFamily="2" charset="0"/>
        <a:ea typeface="+mn-ea"/>
        <a:cs typeface="+mn-cs"/>
      </a:defRPr>
    </a:lvl3pPr>
    <a:lvl4pPr marL="1371600" algn="l" rtl="0" eaLnBrk="0" fontAlgn="base" hangingPunct="0">
      <a:spcBef>
        <a:spcPct val="0"/>
      </a:spcBef>
      <a:spcAft>
        <a:spcPct val="0"/>
      </a:spcAft>
      <a:defRPr kern="1200">
        <a:solidFill>
          <a:schemeClr val="tx1"/>
        </a:solidFill>
        <a:latin typeface="Twinkl" pitchFamily="2" charset="0"/>
        <a:ea typeface="+mn-ea"/>
        <a:cs typeface="+mn-cs"/>
      </a:defRPr>
    </a:lvl4pPr>
    <a:lvl5pPr marL="1828800" algn="l" rtl="0" eaLnBrk="0" fontAlgn="base" hangingPunct="0">
      <a:spcBef>
        <a:spcPct val="0"/>
      </a:spcBef>
      <a:spcAft>
        <a:spcPct val="0"/>
      </a:spcAft>
      <a:defRPr kern="1200">
        <a:solidFill>
          <a:schemeClr val="tx1"/>
        </a:solidFill>
        <a:latin typeface="Twinkl" pitchFamily="2" charset="0"/>
        <a:ea typeface="+mn-ea"/>
        <a:cs typeface="+mn-cs"/>
      </a:defRPr>
    </a:lvl5pPr>
    <a:lvl6pPr marL="2286000" algn="l" defTabSz="914400" rtl="0" eaLnBrk="1" latinLnBrk="0" hangingPunct="1">
      <a:defRPr kern="1200">
        <a:solidFill>
          <a:schemeClr val="tx1"/>
        </a:solidFill>
        <a:latin typeface="Twinkl" pitchFamily="2" charset="0"/>
        <a:ea typeface="+mn-ea"/>
        <a:cs typeface="+mn-cs"/>
      </a:defRPr>
    </a:lvl6pPr>
    <a:lvl7pPr marL="2743200" algn="l" defTabSz="914400" rtl="0" eaLnBrk="1" latinLnBrk="0" hangingPunct="1">
      <a:defRPr kern="1200">
        <a:solidFill>
          <a:schemeClr val="tx1"/>
        </a:solidFill>
        <a:latin typeface="Twinkl" pitchFamily="2" charset="0"/>
        <a:ea typeface="+mn-ea"/>
        <a:cs typeface="+mn-cs"/>
      </a:defRPr>
    </a:lvl7pPr>
    <a:lvl8pPr marL="3200400" algn="l" defTabSz="914400" rtl="0" eaLnBrk="1" latinLnBrk="0" hangingPunct="1">
      <a:defRPr kern="1200">
        <a:solidFill>
          <a:schemeClr val="tx1"/>
        </a:solidFill>
        <a:latin typeface="Twinkl" pitchFamily="2" charset="0"/>
        <a:ea typeface="+mn-ea"/>
        <a:cs typeface="+mn-cs"/>
      </a:defRPr>
    </a:lvl8pPr>
    <a:lvl9pPr marL="3657600" algn="l" defTabSz="914400" rtl="0" eaLnBrk="1" latinLnBrk="0" hangingPunct="1">
      <a:defRPr kern="1200">
        <a:solidFill>
          <a:schemeClr val="tx1"/>
        </a:solidFill>
        <a:latin typeface="Twinkl" pitchFamily="2"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53" userDrawn="1">
          <p15:clr>
            <a:srgbClr val="A4A3A4"/>
          </p15:clr>
        </p15:guide>
        <p15:guide id="4" orient="horz" pos="3974" userDrawn="1">
          <p15:clr>
            <a:srgbClr val="A4A3A4"/>
          </p15:clr>
        </p15:guide>
        <p15:guide id="5" pos="7227" userDrawn="1">
          <p15:clr>
            <a:srgbClr val="A4A3A4"/>
          </p15:clr>
        </p15:guide>
        <p15:guide id="6" orient="horz" pos="346" userDrawn="1">
          <p15:clr>
            <a:srgbClr val="A4A3A4"/>
          </p15:clr>
        </p15:guide>
        <p15:guide id="7" pos="635" userDrawn="1">
          <p15:clr>
            <a:srgbClr val="A4A3A4"/>
          </p15:clr>
        </p15:guide>
        <p15:guide id="8" orient="horz" pos="482" userDrawn="1">
          <p15:clr>
            <a:srgbClr val="A4A3A4"/>
          </p15:clr>
        </p15:guide>
        <p15:guide id="9" orient="horz" pos="3838" userDrawn="1">
          <p15:clr>
            <a:srgbClr val="A4A3A4"/>
          </p15:clr>
        </p15:guide>
        <p15:guide id="10" pos="70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FDDE0"/>
    <a:srgbClr val="E4E4E6"/>
    <a:srgbClr val="DEDCDF"/>
    <a:srgbClr val="E5E3E4"/>
    <a:srgbClr val="58A9DD"/>
    <a:srgbClr val="D6EFFE"/>
    <a:srgbClr val="ACDD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2" autoAdjust="0"/>
    <p:restoredTop sz="94660"/>
  </p:normalViewPr>
  <p:slideViewPr>
    <p:cSldViewPr snapToGrid="0">
      <p:cViewPr varScale="1">
        <p:scale>
          <a:sx n="66" d="100"/>
          <a:sy n="66" d="100"/>
        </p:scale>
        <p:origin x="516" y="32"/>
      </p:cViewPr>
      <p:guideLst>
        <p:guide orient="horz" pos="2160"/>
        <p:guide pos="3840"/>
        <p:guide pos="453"/>
        <p:guide orient="horz" pos="3974"/>
        <p:guide pos="7227"/>
        <p:guide orient="horz" pos="346"/>
        <p:guide pos="635"/>
        <p:guide orient="horz" pos="482"/>
        <p:guide orient="horz" pos="3838"/>
        <p:guide pos="7045"/>
      </p:guideLst>
    </p:cSldViewPr>
  </p:slideViewPr>
  <p:notesTextViewPr>
    <p:cViewPr>
      <p:scale>
        <a:sx n="3" d="2"/>
        <a:sy n="3" d="2"/>
      </p:scale>
      <p:origin x="0" y="0"/>
    </p:cViewPr>
  </p:notesTextViewPr>
  <p:notesViewPr>
    <p:cSldViewPr snapToGrid="0">
      <p:cViewPr varScale="1">
        <p:scale>
          <a:sx n="77" d="100"/>
          <a:sy n="77" d="100"/>
        </p:scale>
        <p:origin x="2646"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23DFF-B3DC-2515-83BC-AFFE29EC1B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a:extLst>
              <a:ext uri="{FF2B5EF4-FFF2-40B4-BE49-F238E27FC236}">
                <a16:creationId xmlns:a16="http://schemas.microsoft.com/office/drawing/2014/main" id="{8B57CBF8-FB92-2E68-4852-38B51E9379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F43BC58-4867-4B03-87DA-83EC7577D1FE}" type="datetimeFigureOut">
              <a:rPr lang="en-GB"/>
              <a:pPr>
                <a:defRPr/>
              </a:pPr>
              <a:t>04/12/2023</a:t>
            </a:fld>
            <a:endParaRPr lang="en-GB"/>
          </a:p>
        </p:txBody>
      </p:sp>
      <p:sp>
        <p:nvSpPr>
          <p:cNvPr id="4" name="Footer Placeholder 3">
            <a:extLst>
              <a:ext uri="{FF2B5EF4-FFF2-40B4-BE49-F238E27FC236}">
                <a16:creationId xmlns:a16="http://schemas.microsoft.com/office/drawing/2014/main" id="{6B66C3BB-F1F0-8148-62C6-E5495B8644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5" name="Slide Number Placeholder 4">
            <a:extLst>
              <a:ext uri="{FF2B5EF4-FFF2-40B4-BE49-F238E27FC236}">
                <a16:creationId xmlns:a16="http://schemas.microsoft.com/office/drawing/2014/main" id="{646C3E37-9166-DB16-E1BD-4A3EEBADC5FF}"/>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25ADCFB3-EAD4-449A-AEA8-460B41483D12}"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9C7BB5-409F-6637-92B2-760281838D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a:extLst>
              <a:ext uri="{FF2B5EF4-FFF2-40B4-BE49-F238E27FC236}">
                <a16:creationId xmlns:a16="http://schemas.microsoft.com/office/drawing/2014/main" id="{171627B5-FC31-EA77-0645-E8121FE69ED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870F13F-9E3C-4360-BF4A-F0EE46D01909}" type="datetimeFigureOut">
              <a:rPr lang="en-GB"/>
              <a:pPr>
                <a:defRPr/>
              </a:pPr>
              <a:t>04/12/2023</a:t>
            </a:fld>
            <a:endParaRPr lang="en-GB"/>
          </a:p>
        </p:txBody>
      </p:sp>
      <p:sp>
        <p:nvSpPr>
          <p:cNvPr id="4" name="Slide Image Placeholder 3">
            <a:extLst>
              <a:ext uri="{FF2B5EF4-FFF2-40B4-BE49-F238E27FC236}">
                <a16:creationId xmlns:a16="http://schemas.microsoft.com/office/drawing/2014/main" id="{1DAC4FE1-68A3-B286-FE1A-19B54954097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422234A0-2D92-A00B-FB37-47B8E3C845C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C4B136BC-1220-BD2E-4E11-59C65A555E8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a:extLst>
              <a:ext uri="{FF2B5EF4-FFF2-40B4-BE49-F238E27FC236}">
                <a16:creationId xmlns:a16="http://schemas.microsoft.com/office/drawing/2014/main" id="{D6AC970B-0FD1-936D-EC0B-7F6EA67349E8}"/>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B7DD00A9-6727-4C3B-AA11-815F05AD366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1F1AB37D-8E50-78AA-0838-96462BC75E3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364384" y="6196014"/>
            <a:ext cx="76834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174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2" name="Rounded Rectangle 3">
            <a:extLst>
              <a:ext uri="{FF2B5EF4-FFF2-40B4-BE49-F238E27FC236}">
                <a16:creationId xmlns:a16="http://schemas.microsoft.com/office/drawing/2014/main" id="{F897D459-22F1-9ED2-0E2D-0964BA690891}"/>
              </a:ext>
            </a:extLst>
          </p:cNvPr>
          <p:cNvSpPr/>
          <p:nvPr userDrawn="1"/>
        </p:nvSpPr>
        <p:spPr bwMode="auto">
          <a:xfrm>
            <a:off x="609601" y="438150"/>
            <a:ext cx="10960100" cy="5957888"/>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pic>
        <p:nvPicPr>
          <p:cNvPr id="3" name="Picture 4">
            <a:extLst>
              <a:ext uri="{FF2B5EF4-FFF2-40B4-BE49-F238E27FC236}">
                <a16:creationId xmlns:a16="http://schemas.microsoft.com/office/drawing/2014/main" id="{FEDB73B2-9604-0906-AFEE-62EDB1C3D74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63251" y="5734051"/>
            <a:ext cx="76834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8648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ounded Rectangle 4">
            <a:extLst>
              <a:ext uri="{FF2B5EF4-FFF2-40B4-BE49-F238E27FC236}">
                <a16:creationId xmlns:a16="http://schemas.microsoft.com/office/drawing/2014/main" id="{F3525759-DDFD-5A58-C520-CDC4439EC047}"/>
              </a:ext>
            </a:extLst>
          </p:cNvPr>
          <p:cNvSpPr/>
          <p:nvPr userDrawn="1"/>
        </p:nvSpPr>
        <p:spPr bwMode="auto">
          <a:xfrm>
            <a:off x="609601" y="438150"/>
            <a:ext cx="10960100" cy="5957888"/>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8" name="Title 5"/>
          <p:cNvSpPr>
            <a:spLocks noGrp="1"/>
          </p:cNvSpPr>
          <p:nvPr>
            <p:ph type="title"/>
          </p:nvPr>
        </p:nvSpPr>
        <p:spPr>
          <a:xfrm>
            <a:off x="609598" y="478895"/>
            <a:ext cx="10960100" cy="994306"/>
          </a:xfrm>
        </p:spPr>
        <p:txBody>
          <a:bodyPr>
            <a:noAutofit/>
          </a:bodyPr>
          <a:lstStyle>
            <a:lvl1pPr>
              <a:defRPr>
                <a:latin typeface="Twinkl SemiBold"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3666806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6">
            <a:extLst>
              <a:ext uri="{FF2B5EF4-FFF2-40B4-BE49-F238E27FC236}">
                <a16:creationId xmlns:a16="http://schemas.microsoft.com/office/drawing/2014/main" id="{A7F5F4B8-6591-928D-60E4-487E0CFBC2EC}"/>
              </a:ext>
            </a:extLst>
          </p:cNvPr>
          <p:cNvSpPr/>
          <p:nvPr userDrawn="1"/>
        </p:nvSpPr>
        <p:spPr bwMode="auto">
          <a:xfrm>
            <a:off x="670985" y="2930526"/>
            <a:ext cx="10850033" cy="341471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3" name="Rounded Rectangle 7">
            <a:extLst>
              <a:ext uri="{FF2B5EF4-FFF2-40B4-BE49-F238E27FC236}">
                <a16:creationId xmlns:a16="http://schemas.microsoft.com/office/drawing/2014/main" id="{A0C59716-E14E-DCFF-CC81-67A1E1DF1588}"/>
              </a:ext>
            </a:extLst>
          </p:cNvPr>
          <p:cNvSpPr/>
          <p:nvPr userDrawn="1"/>
        </p:nvSpPr>
        <p:spPr bwMode="auto">
          <a:xfrm>
            <a:off x="670985" y="512764"/>
            <a:ext cx="10850033" cy="2192337"/>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4" name="Title 1">
            <a:extLst>
              <a:ext uri="{FF2B5EF4-FFF2-40B4-BE49-F238E27FC236}">
                <a16:creationId xmlns:a16="http://schemas.microsoft.com/office/drawing/2014/main" id="{96780589-2B8F-85ED-804F-39F28A3AD8C3}"/>
              </a:ext>
            </a:extLst>
          </p:cNvPr>
          <p:cNvSpPr txBox="1">
            <a:spLocks/>
          </p:cNvSpPr>
          <p:nvPr userDrawn="1"/>
        </p:nvSpPr>
        <p:spPr>
          <a:xfrm>
            <a:off x="838200" y="3071813"/>
            <a:ext cx="10515600" cy="539750"/>
          </a:xfrm>
          <a:prstGeom prst="rect">
            <a:avLst/>
          </a:prstGeom>
        </p:spPr>
        <p:txBody>
          <a:bodyPr lIns="0" tIns="0" rIns="0" bIns="0" anchor="ctr" anchorCtr="1"/>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pPr fontAlgn="auto">
              <a:spcAft>
                <a:spcPts val="0"/>
              </a:spcAft>
              <a:defRPr/>
            </a:pPr>
            <a:r>
              <a:rPr lang="en-US" sz="3600" dirty="0">
                <a:latin typeface="Twinkl" pitchFamily="50" charset="0"/>
              </a:rPr>
              <a:t>Success Criteria</a:t>
            </a:r>
          </a:p>
        </p:txBody>
      </p:sp>
      <p:sp>
        <p:nvSpPr>
          <p:cNvPr id="5" name="Title 1">
            <a:extLst>
              <a:ext uri="{FF2B5EF4-FFF2-40B4-BE49-F238E27FC236}">
                <a16:creationId xmlns:a16="http://schemas.microsoft.com/office/drawing/2014/main" id="{15615BD2-5916-16EB-AF4F-1DA77926C41C}"/>
              </a:ext>
            </a:extLst>
          </p:cNvPr>
          <p:cNvSpPr txBox="1">
            <a:spLocks/>
          </p:cNvSpPr>
          <p:nvPr userDrawn="1"/>
        </p:nvSpPr>
        <p:spPr>
          <a:xfrm>
            <a:off x="838200" y="735013"/>
            <a:ext cx="10515600" cy="539750"/>
          </a:xfrm>
          <a:prstGeom prst="rect">
            <a:avLst/>
          </a:prstGeom>
        </p:spPr>
        <p:txBody>
          <a:bodyPr lIns="0" tIns="0" rIns="0" bIns="0" anchor="ctr" anchorCtr="1"/>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pPr fontAlgn="auto">
              <a:spcAft>
                <a:spcPts val="0"/>
              </a:spcAft>
              <a:defRPr/>
            </a:pPr>
            <a:r>
              <a:rPr lang="en-US" sz="3600" dirty="0">
                <a:latin typeface="Twinkl" pitchFamily="50" charset="0"/>
              </a:rPr>
              <a:t>Aim</a:t>
            </a:r>
          </a:p>
        </p:txBody>
      </p:sp>
      <p:sp>
        <p:nvSpPr>
          <p:cNvPr id="6" name="Content Placeholder 15">
            <a:extLst>
              <a:ext uri="{FF2B5EF4-FFF2-40B4-BE49-F238E27FC236}">
                <a16:creationId xmlns:a16="http://schemas.microsoft.com/office/drawing/2014/main" id="{578C399E-F1D4-9C56-A930-D9B09891E9C4}"/>
              </a:ext>
            </a:extLst>
          </p:cNvPr>
          <p:cNvSpPr txBox="1">
            <a:spLocks/>
          </p:cNvSpPr>
          <p:nvPr userDrawn="1"/>
        </p:nvSpPr>
        <p:spPr>
          <a:xfrm>
            <a:off x="838200" y="3467100"/>
            <a:ext cx="10515600" cy="1409700"/>
          </a:xfrm>
          <a:prstGeom prst="rect">
            <a:avLst/>
          </a:prstGeom>
          <a:noFill/>
          <a:ln w="25400">
            <a:noFill/>
          </a:ln>
        </p:spPr>
        <p:txBody>
          <a:bodyPr lIns="180000" tIns="252000" rIns="252000" bIns="18000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GB" sz="1800" dirty="0">
                <a:latin typeface="Twinkl" pitchFamily="50" charset="0"/>
              </a:rPr>
              <a:t>Statement 1 Lorem ipsum </a:t>
            </a:r>
            <a:r>
              <a:rPr lang="en-GB" sz="1800" dirty="0" err="1">
                <a:latin typeface="Twinkl" pitchFamily="50" charset="0"/>
              </a:rPr>
              <a:t>dolor</a:t>
            </a:r>
            <a:r>
              <a:rPr lang="en-GB" sz="1800" dirty="0">
                <a:latin typeface="Twinkl" pitchFamily="50" charset="0"/>
              </a:rPr>
              <a:t> sit </a:t>
            </a:r>
            <a:r>
              <a:rPr lang="en-GB" sz="1800" dirty="0" err="1">
                <a:latin typeface="Twinkl" pitchFamily="50" charset="0"/>
              </a:rPr>
              <a:t>amet</a:t>
            </a:r>
            <a:r>
              <a:rPr lang="en-GB" sz="1800" dirty="0">
                <a:latin typeface="Twinkl" pitchFamily="50" charset="0"/>
              </a:rPr>
              <a:t>, </a:t>
            </a:r>
            <a:r>
              <a:rPr lang="en-GB" sz="1800" dirty="0" err="1">
                <a:latin typeface="Twinkl" pitchFamily="50" charset="0"/>
              </a:rPr>
              <a:t>consectetur</a:t>
            </a:r>
            <a:r>
              <a:rPr lang="en-GB" sz="1800" dirty="0">
                <a:latin typeface="Twinkl" pitchFamily="50" charset="0"/>
              </a:rPr>
              <a:t> </a:t>
            </a:r>
            <a:r>
              <a:rPr lang="en-GB" sz="1800" dirty="0" err="1">
                <a:latin typeface="Twinkl" pitchFamily="50" charset="0"/>
              </a:rPr>
              <a:t>adipiscing</a:t>
            </a:r>
            <a:r>
              <a:rPr lang="en-GB" sz="1800" dirty="0">
                <a:latin typeface="Twinkl" pitchFamily="50" charset="0"/>
              </a:rPr>
              <a:t> </a:t>
            </a:r>
            <a:r>
              <a:rPr lang="en-GB" sz="1800" dirty="0" err="1">
                <a:latin typeface="Twinkl" pitchFamily="50" charset="0"/>
              </a:rPr>
              <a:t>elit</a:t>
            </a:r>
            <a:r>
              <a:rPr lang="en-GB" sz="1800" dirty="0">
                <a:latin typeface="Twinkl" pitchFamily="50" charset="0"/>
              </a:rPr>
              <a:t>.</a:t>
            </a:r>
          </a:p>
          <a:p>
            <a:pPr fontAlgn="auto">
              <a:spcAft>
                <a:spcPts val="0"/>
              </a:spcAft>
              <a:defRPr/>
            </a:pPr>
            <a:r>
              <a:rPr lang="en-GB" sz="1800" dirty="0">
                <a:latin typeface="Twinkl" pitchFamily="50" charset="0"/>
              </a:rPr>
              <a:t>Statement 2</a:t>
            </a:r>
          </a:p>
          <a:p>
            <a:pPr lvl="1" fontAlgn="auto">
              <a:spcAft>
                <a:spcPts val="0"/>
              </a:spcAft>
              <a:defRPr/>
            </a:pPr>
            <a:r>
              <a:rPr lang="en-GB" sz="1600" dirty="0">
                <a:latin typeface="Twinkl" pitchFamily="50" charset="0"/>
              </a:rPr>
              <a:t>Sub statement</a:t>
            </a:r>
          </a:p>
        </p:txBody>
      </p:sp>
      <p:sp>
        <p:nvSpPr>
          <p:cNvPr id="11" name="Content Placeholder 15"/>
          <p:cNvSpPr>
            <a:spLocks noGrp="1"/>
          </p:cNvSpPr>
          <p:nvPr>
            <p:ph idx="1"/>
          </p:nvPr>
        </p:nvSpPr>
        <p:spPr>
          <a:xfrm>
            <a:off x="838200" y="1127760"/>
            <a:ext cx="10515600" cy="1409700"/>
          </a:xfrm>
        </p:spPr>
        <p:txBody>
          <a:bodyPr>
            <a:normAutofit fontScale="92500" lnSpcReduction="10000"/>
          </a:bodyPr>
          <a:lstStyle>
            <a:lvl1pPr>
              <a:defRPr>
                <a:latin typeface="Twinkl" pitchFamily="50" charset="0"/>
              </a:defRPr>
            </a:lvl1pPr>
            <a:lvl2pPr>
              <a:defRPr/>
            </a:lvl2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6308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D193FD35-F3DF-8676-D964-8D30CA3464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64384" y="6196014"/>
            <a:ext cx="76834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66616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DA597E9-92A2-F2C5-090E-2A3B95E83575}"/>
              </a:ext>
            </a:extLst>
          </p:cNvPr>
          <p:cNvSpPr>
            <a:spLocks noGrp="1" noChangeArrowheads="1"/>
          </p:cNvSpPr>
          <p:nvPr>
            <p:ph type="title"/>
          </p:nvPr>
        </p:nvSpPr>
        <p:spPr bwMode="auto">
          <a:xfrm>
            <a:off x="654051" y="695325"/>
            <a:ext cx="10883900" cy="1150938"/>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anchor="ctr" anchorCtr="1"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64660F8-C1AD-93B8-7826-616C36A957CF}"/>
              </a:ext>
            </a:extLst>
          </p:cNvPr>
          <p:cNvSpPr>
            <a:spLocks noGrp="1" noChangeArrowheads="1"/>
          </p:cNvSpPr>
          <p:nvPr>
            <p:ph type="body" idx="1"/>
          </p:nvPr>
        </p:nvSpPr>
        <p:spPr bwMode="auto">
          <a:xfrm>
            <a:off x="654051" y="1957388"/>
            <a:ext cx="10883900" cy="4387850"/>
          </a:xfrm>
          <a:prstGeom prst="roundRect">
            <a:avLst>
              <a:gd name="adj" fmla="val 258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rtl="0" eaLnBrk="0" fontAlgn="base" hangingPunct="0">
        <a:lnSpc>
          <a:spcPct val="90000"/>
        </a:lnSpc>
        <a:spcBef>
          <a:spcPct val="0"/>
        </a:spcBef>
        <a:spcAft>
          <a:spcPct val="0"/>
        </a:spcAft>
        <a:defRPr sz="4000" b="1" kern="1200">
          <a:solidFill>
            <a:srgbClr val="1C1C1C"/>
          </a:solidFill>
          <a:latin typeface="Twinkl" pitchFamily="50" charset="0"/>
          <a:ea typeface="+mj-ea"/>
          <a:cs typeface="+mj-cs"/>
        </a:defRPr>
      </a:lvl1pPr>
      <a:lvl2pPr algn="l" rtl="0" eaLnBrk="0" fontAlgn="base" hangingPunct="0">
        <a:lnSpc>
          <a:spcPct val="90000"/>
        </a:lnSpc>
        <a:spcBef>
          <a:spcPct val="0"/>
        </a:spcBef>
        <a:spcAft>
          <a:spcPct val="0"/>
        </a:spcAft>
        <a:defRPr sz="4000" b="1">
          <a:solidFill>
            <a:srgbClr val="1C1C1C"/>
          </a:solidFill>
          <a:latin typeface="Twinkl" pitchFamily="2" charset="0"/>
        </a:defRPr>
      </a:lvl2pPr>
      <a:lvl3pPr algn="l" rtl="0" eaLnBrk="0" fontAlgn="base" hangingPunct="0">
        <a:lnSpc>
          <a:spcPct val="90000"/>
        </a:lnSpc>
        <a:spcBef>
          <a:spcPct val="0"/>
        </a:spcBef>
        <a:spcAft>
          <a:spcPct val="0"/>
        </a:spcAft>
        <a:defRPr sz="4000" b="1">
          <a:solidFill>
            <a:srgbClr val="1C1C1C"/>
          </a:solidFill>
          <a:latin typeface="Twinkl" pitchFamily="2" charset="0"/>
        </a:defRPr>
      </a:lvl3pPr>
      <a:lvl4pPr algn="l" rtl="0" eaLnBrk="0" fontAlgn="base" hangingPunct="0">
        <a:lnSpc>
          <a:spcPct val="90000"/>
        </a:lnSpc>
        <a:spcBef>
          <a:spcPct val="0"/>
        </a:spcBef>
        <a:spcAft>
          <a:spcPct val="0"/>
        </a:spcAft>
        <a:defRPr sz="4000" b="1">
          <a:solidFill>
            <a:srgbClr val="1C1C1C"/>
          </a:solidFill>
          <a:latin typeface="Twinkl" pitchFamily="2" charset="0"/>
        </a:defRPr>
      </a:lvl4pPr>
      <a:lvl5pPr algn="l" rtl="0" eaLnBrk="0" fontAlgn="base" hangingPunct="0">
        <a:lnSpc>
          <a:spcPct val="90000"/>
        </a:lnSpc>
        <a:spcBef>
          <a:spcPct val="0"/>
        </a:spcBef>
        <a:spcAft>
          <a:spcPct val="0"/>
        </a:spcAft>
        <a:defRPr sz="4000" b="1">
          <a:solidFill>
            <a:srgbClr val="1C1C1C"/>
          </a:solidFill>
          <a:latin typeface="Twinkl" pitchFamily="2" charset="0"/>
        </a:defRPr>
      </a:lvl5pPr>
      <a:lvl6pPr marL="457200" algn="l" rtl="0" fontAlgn="base">
        <a:lnSpc>
          <a:spcPct val="90000"/>
        </a:lnSpc>
        <a:spcBef>
          <a:spcPct val="0"/>
        </a:spcBef>
        <a:spcAft>
          <a:spcPct val="0"/>
        </a:spcAft>
        <a:defRPr sz="4000" b="1">
          <a:solidFill>
            <a:srgbClr val="1C1C1C"/>
          </a:solidFill>
          <a:latin typeface="Twinkl" pitchFamily="2" charset="0"/>
        </a:defRPr>
      </a:lvl6pPr>
      <a:lvl7pPr marL="914400" algn="l" rtl="0" fontAlgn="base">
        <a:lnSpc>
          <a:spcPct val="90000"/>
        </a:lnSpc>
        <a:spcBef>
          <a:spcPct val="0"/>
        </a:spcBef>
        <a:spcAft>
          <a:spcPct val="0"/>
        </a:spcAft>
        <a:defRPr sz="4000" b="1">
          <a:solidFill>
            <a:srgbClr val="1C1C1C"/>
          </a:solidFill>
          <a:latin typeface="Twinkl" pitchFamily="2" charset="0"/>
        </a:defRPr>
      </a:lvl7pPr>
      <a:lvl8pPr marL="1371600" algn="l" rtl="0" fontAlgn="base">
        <a:lnSpc>
          <a:spcPct val="90000"/>
        </a:lnSpc>
        <a:spcBef>
          <a:spcPct val="0"/>
        </a:spcBef>
        <a:spcAft>
          <a:spcPct val="0"/>
        </a:spcAft>
        <a:defRPr sz="4000" b="1">
          <a:solidFill>
            <a:srgbClr val="1C1C1C"/>
          </a:solidFill>
          <a:latin typeface="Twinkl" pitchFamily="2" charset="0"/>
        </a:defRPr>
      </a:lvl8pPr>
      <a:lvl9pPr marL="1828800" algn="l" rtl="0" fontAlgn="base">
        <a:lnSpc>
          <a:spcPct val="90000"/>
        </a:lnSpc>
        <a:spcBef>
          <a:spcPct val="0"/>
        </a:spcBef>
        <a:spcAft>
          <a:spcPct val="0"/>
        </a:spcAft>
        <a:defRPr sz="4000" b="1">
          <a:solidFill>
            <a:srgbClr val="1C1C1C"/>
          </a:solidFill>
          <a:latin typeface="Twinkl" pitchFamily="2"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kern="1200">
          <a:solidFill>
            <a:srgbClr val="1C1C1C"/>
          </a:solidFill>
          <a:latin typeface="Twinkl" pitchFamily="50" charset="0"/>
          <a:ea typeface="Sassoon Infant Rg" panose="02000503030000020003" pitchFamily="50" charset="0"/>
          <a:cs typeface="Sassoon Infant Rg" panose="02000503030000020003" pitchFamily="50"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1600" kern="1200">
          <a:solidFill>
            <a:srgbClr val="1C1C1C"/>
          </a:solidFill>
          <a:latin typeface="Twinkl" pitchFamily="50" charset="0"/>
          <a:ea typeface="Sassoon Infant Rg" panose="02000503030000020003" pitchFamily="50" charset="0"/>
          <a:cs typeface="Sassoon Infant Rg" panose="02000503030000020003" pitchFamily="50"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hyperlink" Target="http://diy.stackexchange.com/questions/41993/how-can-i-avoid-excessive-junk-on-inside-junction-when-cementing-pvc-sprinkler" TargetMode="External"/><Relationship Id="rId3" Type="http://schemas.openxmlformats.org/officeDocument/2006/relationships/image" Target="../media/image7.jpg"/><Relationship Id="rId7" Type="http://schemas.openxmlformats.org/officeDocument/2006/relationships/image" Target="../media/image9.jpg"/><Relationship Id="rId12" Type="http://schemas.openxmlformats.org/officeDocument/2006/relationships/hyperlink" Target="https://365projects.blogspot.com/2013/02/prettier-shampoo-bottles.html" TargetMode="External"/><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hyperlink" Target="https://technofaq.org/posts/2016/07/your-mobile-office-technologies-that-will-help-you-stay-connected-even-in-traffic/" TargetMode="External"/><Relationship Id="rId11" Type="http://schemas.openxmlformats.org/officeDocument/2006/relationships/image" Target="../media/image11.jpg"/><Relationship Id="rId5" Type="http://schemas.openxmlformats.org/officeDocument/2006/relationships/image" Target="../media/image8.jpg"/><Relationship Id="rId10" Type="http://schemas.openxmlformats.org/officeDocument/2006/relationships/hyperlink" Target="http://pdpics.com/photo/2410-health-medicines-tablets/" TargetMode="External"/><Relationship Id="rId4" Type="http://schemas.openxmlformats.org/officeDocument/2006/relationships/hyperlink" Target="http://commons.wikimedia.org/wiki/File:Food_packages_(1).jpg" TargetMode="External"/><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hyperlink" Target="https://www.stockpicturesforeveryone.com/2010/11/indian-coins-paise.html" TargetMode="External"/><Relationship Id="rId7" Type="http://schemas.openxmlformats.org/officeDocument/2006/relationships/image" Target="../media/image15.jpeg"/><Relationship Id="rId2" Type="http://schemas.openxmlformats.org/officeDocument/2006/relationships/image" Target="../media/image12.jpg"/><Relationship Id="rId1" Type="http://schemas.openxmlformats.org/officeDocument/2006/relationships/slideLayout" Target="../slideLayouts/slideLayout3.xml"/><Relationship Id="rId6" Type="http://schemas.openxmlformats.org/officeDocument/2006/relationships/image" Target="../media/image14.jpeg"/><Relationship Id="rId5" Type="http://schemas.openxmlformats.org/officeDocument/2006/relationships/hyperlink" Target="https://www.pexels.com/photo/assortment-of-fresh-vegetables-and-fruits-covered-with-plastic-bags-4033162/" TargetMode="External"/><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hyperlink" Target="http://hinduism.stackexchange.com/questions/47/holy-cows-and-plastic-bags" TargetMode="External"/><Relationship Id="rId7" Type="http://schemas.openxmlformats.org/officeDocument/2006/relationships/hyperlink" Target="https://www.flickr.com/photos/oregonstateuniversity/37205200686" TargetMode="External"/><Relationship Id="rId2" Type="http://schemas.openxmlformats.org/officeDocument/2006/relationships/image" Target="../media/image17.jpg"/><Relationship Id="rId1" Type="http://schemas.openxmlformats.org/officeDocument/2006/relationships/slideLayout" Target="../slideLayouts/slideLayout3.xml"/><Relationship Id="rId6" Type="http://schemas.openxmlformats.org/officeDocument/2006/relationships/image" Target="../media/image19.jpg"/><Relationship Id="rId5" Type="http://schemas.openxmlformats.org/officeDocument/2006/relationships/hyperlink" Target="https://www.pexels.com/photo/photo-of-an-industrial-factory-emitting-smoke-247763/" TargetMode="External"/><Relationship Id="rId4" Type="http://schemas.openxmlformats.org/officeDocument/2006/relationships/image" Target="../media/image18.jpeg"/><Relationship Id="rId9" Type="http://schemas.openxmlformats.org/officeDocument/2006/relationships/hyperlink" Target="https://www.stockpicturesforeveryone.com/2010/11/indian-coins-paise.htm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hyperlink" Target="https://pixabay.com/en/recycle-reuse-reduce-3r-sign-306270/" TargetMode="External"/><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tahmil-jmye-albaramij.blogspot.com/2015/01/android-recycle-bin.html" TargetMode="External"/><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3.xml"/><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65939D6-D44D-33A3-CDAD-39C2D88FDA99}"/>
              </a:ext>
            </a:extLst>
          </p:cNvPr>
          <p:cNvSpPr/>
          <p:nvPr/>
        </p:nvSpPr>
        <p:spPr>
          <a:xfrm>
            <a:off x="587141" y="1509245"/>
            <a:ext cx="11011301" cy="4237038"/>
          </a:xfrm>
          <a:prstGeom prst="roundRect">
            <a:avLst>
              <a:gd name="adj" fmla="val 3327"/>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2">
                    <a:lumMod val="50000"/>
                  </a:schemeClr>
                </a:solidFill>
              </a:ln>
            </a:endParaRPr>
          </a:p>
        </p:txBody>
      </p:sp>
      <p:sp>
        <p:nvSpPr>
          <p:cNvPr id="3" name="Google Shape;1207;p69">
            <a:extLst>
              <a:ext uri="{FF2B5EF4-FFF2-40B4-BE49-F238E27FC236}">
                <a16:creationId xmlns:a16="http://schemas.microsoft.com/office/drawing/2014/main" id="{AD2F9151-DB26-A93B-248A-9C4025ACD83F}"/>
              </a:ext>
            </a:extLst>
          </p:cNvPr>
          <p:cNvSpPr txBox="1">
            <a:spLocks/>
          </p:cNvSpPr>
          <p:nvPr/>
        </p:nvSpPr>
        <p:spPr>
          <a:xfrm>
            <a:off x="2712719" y="3743496"/>
            <a:ext cx="6766560" cy="767580"/>
          </a:xfrm>
          <a:prstGeom prst="rect">
            <a:avLst/>
          </a:prstGeom>
        </p:spPr>
        <p:txBody>
          <a:bodyPr spcFirstLastPara="1" wrap="square" lIns="91425" tIns="91425" rIns="91425" bIns="91425" anchor="ctr" anchorCtr="0">
            <a:noAutofit/>
          </a:bodyPr>
          <a:lstStyle>
            <a:lvl1pPr algn="l" rtl="0" eaLnBrk="0" fontAlgn="base" hangingPunct="0">
              <a:lnSpc>
                <a:spcPct val="90000"/>
              </a:lnSpc>
              <a:spcBef>
                <a:spcPct val="0"/>
              </a:spcBef>
              <a:spcAft>
                <a:spcPct val="0"/>
              </a:spcAft>
              <a:defRPr sz="4000" b="1" kern="1200">
                <a:solidFill>
                  <a:srgbClr val="1C1C1C"/>
                </a:solidFill>
                <a:latin typeface="Twinkl" pitchFamily="50" charset="0"/>
                <a:ea typeface="+mj-ea"/>
                <a:cs typeface="+mj-cs"/>
              </a:defRPr>
            </a:lvl1pPr>
            <a:lvl2pPr algn="l" rtl="0" eaLnBrk="0" fontAlgn="base" hangingPunct="0">
              <a:lnSpc>
                <a:spcPct val="90000"/>
              </a:lnSpc>
              <a:spcBef>
                <a:spcPct val="0"/>
              </a:spcBef>
              <a:spcAft>
                <a:spcPct val="0"/>
              </a:spcAft>
              <a:defRPr sz="4000" b="1">
                <a:solidFill>
                  <a:srgbClr val="1C1C1C"/>
                </a:solidFill>
                <a:latin typeface="Twinkl" pitchFamily="2" charset="0"/>
              </a:defRPr>
            </a:lvl2pPr>
            <a:lvl3pPr algn="l" rtl="0" eaLnBrk="0" fontAlgn="base" hangingPunct="0">
              <a:lnSpc>
                <a:spcPct val="90000"/>
              </a:lnSpc>
              <a:spcBef>
                <a:spcPct val="0"/>
              </a:spcBef>
              <a:spcAft>
                <a:spcPct val="0"/>
              </a:spcAft>
              <a:defRPr sz="4000" b="1">
                <a:solidFill>
                  <a:srgbClr val="1C1C1C"/>
                </a:solidFill>
                <a:latin typeface="Twinkl" pitchFamily="2" charset="0"/>
              </a:defRPr>
            </a:lvl3pPr>
            <a:lvl4pPr algn="l" rtl="0" eaLnBrk="0" fontAlgn="base" hangingPunct="0">
              <a:lnSpc>
                <a:spcPct val="90000"/>
              </a:lnSpc>
              <a:spcBef>
                <a:spcPct val="0"/>
              </a:spcBef>
              <a:spcAft>
                <a:spcPct val="0"/>
              </a:spcAft>
              <a:defRPr sz="4000" b="1">
                <a:solidFill>
                  <a:srgbClr val="1C1C1C"/>
                </a:solidFill>
                <a:latin typeface="Twinkl" pitchFamily="2" charset="0"/>
              </a:defRPr>
            </a:lvl4pPr>
            <a:lvl5pPr algn="l" rtl="0" eaLnBrk="0" fontAlgn="base" hangingPunct="0">
              <a:lnSpc>
                <a:spcPct val="90000"/>
              </a:lnSpc>
              <a:spcBef>
                <a:spcPct val="0"/>
              </a:spcBef>
              <a:spcAft>
                <a:spcPct val="0"/>
              </a:spcAft>
              <a:defRPr sz="4000" b="1">
                <a:solidFill>
                  <a:srgbClr val="1C1C1C"/>
                </a:solidFill>
                <a:latin typeface="Twinkl" pitchFamily="2" charset="0"/>
              </a:defRPr>
            </a:lvl5pPr>
            <a:lvl6pPr marL="457200" algn="l" rtl="0" fontAlgn="base">
              <a:lnSpc>
                <a:spcPct val="90000"/>
              </a:lnSpc>
              <a:spcBef>
                <a:spcPct val="0"/>
              </a:spcBef>
              <a:spcAft>
                <a:spcPct val="0"/>
              </a:spcAft>
              <a:defRPr sz="4000" b="1">
                <a:solidFill>
                  <a:srgbClr val="1C1C1C"/>
                </a:solidFill>
                <a:latin typeface="Twinkl" pitchFamily="2" charset="0"/>
              </a:defRPr>
            </a:lvl6pPr>
            <a:lvl7pPr marL="914400" algn="l" rtl="0" fontAlgn="base">
              <a:lnSpc>
                <a:spcPct val="90000"/>
              </a:lnSpc>
              <a:spcBef>
                <a:spcPct val="0"/>
              </a:spcBef>
              <a:spcAft>
                <a:spcPct val="0"/>
              </a:spcAft>
              <a:defRPr sz="4000" b="1">
                <a:solidFill>
                  <a:srgbClr val="1C1C1C"/>
                </a:solidFill>
                <a:latin typeface="Twinkl" pitchFamily="2" charset="0"/>
              </a:defRPr>
            </a:lvl7pPr>
            <a:lvl8pPr marL="1371600" algn="l" rtl="0" fontAlgn="base">
              <a:lnSpc>
                <a:spcPct val="90000"/>
              </a:lnSpc>
              <a:spcBef>
                <a:spcPct val="0"/>
              </a:spcBef>
              <a:spcAft>
                <a:spcPct val="0"/>
              </a:spcAft>
              <a:defRPr sz="4000" b="1">
                <a:solidFill>
                  <a:srgbClr val="1C1C1C"/>
                </a:solidFill>
                <a:latin typeface="Twinkl" pitchFamily="2" charset="0"/>
              </a:defRPr>
            </a:lvl8pPr>
            <a:lvl9pPr marL="1828800" algn="l" rtl="0" fontAlgn="base">
              <a:lnSpc>
                <a:spcPct val="90000"/>
              </a:lnSpc>
              <a:spcBef>
                <a:spcPct val="0"/>
              </a:spcBef>
              <a:spcAft>
                <a:spcPct val="0"/>
              </a:spcAft>
              <a:defRPr sz="4000" b="1">
                <a:solidFill>
                  <a:srgbClr val="1C1C1C"/>
                </a:solidFill>
                <a:latin typeface="Twinkl" pitchFamily="2" charset="0"/>
              </a:defRPr>
            </a:lvl9pPr>
          </a:lstStyle>
          <a:p>
            <a:pPr algn="ctr">
              <a:spcBef>
                <a:spcPts val="0"/>
              </a:spcBef>
              <a:spcAft>
                <a:spcPts val="0"/>
              </a:spcAft>
            </a:pPr>
            <a:r>
              <a:rPr lang="en-IN" sz="2800" dirty="0">
                <a:solidFill>
                  <a:srgbClr val="FF0000"/>
                </a:solidFill>
              </a:rPr>
              <a:t>Topic: </a:t>
            </a:r>
            <a:r>
              <a:rPr lang="en-US" sz="2800" dirty="0">
                <a:solidFill>
                  <a:srgbClr val="FF0000"/>
                </a:solidFill>
              </a:rPr>
              <a:t>Harmful effects of plastics and polyethylene on environment</a:t>
            </a:r>
          </a:p>
          <a:p>
            <a:pPr algn="ctr">
              <a:spcBef>
                <a:spcPts val="0"/>
              </a:spcBef>
              <a:spcAft>
                <a:spcPts val="0"/>
              </a:spcAft>
            </a:pPr>
            <a:endParaRPr lang="en-IN" sz="2800" dirty="0">
              <a:solidFill>
                <a:srgbClr val="FF0000"/>
              </a:solidFill>
            </a:endParaRPr>
          </a:p>
        </p:txBody>
      </p:sp>
      <p:sp>
        <p:nvSpPr>
          <p:cNvPr id="4" name="Google Shape;1208;p69">
            <a:extLst>
              <a:ext uri="{FF2B5EF4-FFF2-40B4-BE49-F238E27FC236}">
                <a16:creationId xmlns:a16="http://schemas.microsoft.com/office/drawing/2014/main" id="{18D8F403-A896-1297-FD18-60881649177E}"/>
              </a:ext>
            </a:extLst>
          </p:cNvPr>
          <p:cNvSpPr/>
          <p:nvPr/>
        </p:nvSpPr>
        <p:spPr>
          <a:xfrm>
            <a:off x="34362" y="6038830"/>
            <a:ext cx="2742136" cy="767700"/>
          </a:xfrm>
          <a:prstGeom prst="roundRect">
            <a:avLst>
              <a:gd name="adj" fmla="val 50000"/>
            </a:avLst>
          </a:prstGeom>
          <a:solidFill>
            <a:schemeClr val="lt2"/>
          </a:solidFill>
          <a:ln w="9525" cap="flat" cmpd="sng">
            <a:solidFill>
              <a:srgbClr val="D2D6FF"/>
            </a:solidFill>
            <a:prstDash val="solid"/>
            <a:round/>
            <a:headEnd type="none" w="sm" len="sm"/>
            <a:tailEnd type="none" w="sm" len="sm"/>
          </a:ln>
          <a:effectLst>
            <a:outerShdw blurRad="57150" dist="57150" dir="5400000" algn="bl" rotWithShape="0">
              <a:schemeClr val="dk1">
                <a:alpha val="17000"/>
              </a:schemeClr>
            </a:outerShdw>
          </a:effectLst>
        </p:spPr>
        <p:txBody>
          <a:bodyPr spcFirstLastPara="1" wrap="square" lIns="91425" tIns="91425" rIns="91425" bIns="91425" anchor="ctr" anchorCtr="0">
            <a:noAutofit/>
          </a:bodyPr>
          <a:lstStyle/>
          <a:p>
            <a:pPr>
              <a:spcBef>
                <a:spcPts val="0"/>
              </a:spcBef>
              <a:spcAft>
                <a:spcPts val="0"/>
              </a:spcAft>
            </a:pPr>
            <a:endParaRPr dirty="0"/>
          </a:p>
        </p:txBody>
      </p:sp>
      <p:sp>
        <p:nvSpPr>
          <p:cNvPr id="5" name="Google Shape;1209;p69">
            <a:extLst>
              <a:ext uri="{FF2B5EF4-FFF2-40B4-BE49-F238E27FC236}">
                <a16:creationId xmlns:a16="http://schemas.microsoft.com/office/drawing/2014/main" id="{86A3EA75-CDEB-9A22-B6EB-07CCC335253A}"/>
              </a:ext>
            </a:extLst>
          </p:cNvPr>
          <p:cNvSpPr txBox="1">
            <a:spLocks/>
          </p:cNvSpPr>
          <p:nvPr/>
        </p:nvSpPr>
        <p:spPr>
          <a:xfrm>
            <a:off x="96354" y="6106426"/>
            <a:ext cx="2455419" cy="603798"/>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kern="1200">
                <a:solidFill>
                  <a:srgbClr val="1C1C1C"/>
                </a:solidFill>
                <a:latin typeface="Twinkl" pitchFamily="50" charset="0"/>
                <a:ea typeface="Sassoon Infant Rg" panose="02000503030000020003" pitchFamily="50" charset="0"/>
                <a:cs typeface="Sassoon Infant Rg" panose="02000503030000020003" pitchFamily="50"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1600" kern="1200">
                <a:solidFill>
                  <a:srgbClr val="1C1C1C"/>
                </a:solidFill>
                <a:latin typeface="Twinkl" pitchFamily="50" charset="0"/>
                <a:ea typeface="Sassoon Infant Rg" panose="02000503030000020003" pitchFamily="50" charset="0"/>
                <a:cs typeface="Sassoon Infant Rg" panose="02000503030000020003" pitchFamily="50"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panose="02000503030000020003" pitchFamily="5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0"/>
              </a:spcAft>
              <a:buNone/>
            </a:pPr>
            <a:r>
              <a:rPr lang="en-US" sz="2300" b="1" dirty="0">
                <a:solidFill>
                  <a:srgbClr val="00B050"/>
                </a:solidFill>
              </a:rPr>
              <a:t>Submitted By </a:t>
            </a:r>
          </a:p>
          <a:p>
            <a:pPr marL="0" indent="0" algn="ctr">
              <a:spcBef>
                <a:spcPts val="0"/>
              </a:spcBef>
              <a:spcAft>
                <a:spcPts val="0"/>
              </a:spcAft>
              <a:buNone/>
            </a:pPr>
            <a:r>
              <a:rPr lang="en-US" sz="2300" b="1" dirty="0">
                <a:solidFill>
                  <a:srgbClr val="00B050"/>
                </a:solidFill>
              </a:rPr>
              <a:t>Adnan Khan </a:t>
            </a:r>
          </a:p>
        </p:txBody>
      </p:sp>
      <p:pic>
        <p:nvPicPr>
          <p:cNvPr id="6" name="Picture 5">
            <a:extLst>
              <a:ext uri="{FF2B5EF4-FFF2-40B4-BE49-F238E27FC236}">
                <a16:creationId xmlns:a16="http://schemas.microsoft.com/office/drawing/2014/main" id="{DB7048DB-F051-0AEF-24EC-2A880978EF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3943" y="1611544"/>
            <a:ext cx="1784115" cy="1993402"/>
          </a:xfrm>
          <a:prstGeom prst="rect">
            <a:avLst/>
          </a:prstGeom>
        </p:spPr>
      </p:pic>
      <p:sp>
        <p:nvSpPr>
          <p:cNvPr id="7" name="Google Shape;1208;p69">
            <a:extLst>
              <a:ext uri="{FF2B5EF4-FFF2-40B4-BE49-F238E27FC236}">
                <a16:creationId xmlns:a16="http://schemas.microsoft.com/office/drawing/2014/main" id="{8B6FACE4-9368-A592-9E5A-D884B35EA934}"/>
              </a:ext>
            </a:extLst>
          </p:cNvPr>
          <p:cNvSpPr/>
          <p:nvPr/>
        </p:nvSpPr>
        <p:spPr>
          <a:xfrm>
            <a:off x="9353449" y="6019581"/>
            <a:ext cx="2742136" cy="767700"/>
          </a:xfrm>
          <a:prstGeom prst="roundRect">
            <a:avLst>
              <a:gd name="adj" fmla="val 50000"/>
            </a:avLst>
          </a:prstGeom>
          <a:solidFill>
            <a:schemeClr val="lt2"/>
          </a:solidFill>
          <a:ln w="9525" cap="flat" cmpd="sng">
            <a:solidFill>
              <a:srgbClr val="D2D6FF"/>
            </a:solidFill>
            <a:prstDash val="solid"/>
            <a:round/>
            <a:headEnd type="none" w="sm" len="sm"/>
            <a:tailEnd type="none" w="sm" len="sm"/>
          </a:ln>
          <a:effectLst>
            <a:outerShdw blurRad="57150" dist="57150" dir="5400000" algn="bl" rotWithShape="0">
              <a:schemeClr val="dk1">
                <a:alpha val="17000"/>
              </a:schemeClr>
            </a:outerShdw>
          </a:effectLst>
        </p:spPr>
        <p:txBody>
          <a:bodyPr spcFirstLastPara="1" wrap="square" lIns="91425" tIns="91425" rIns="91425" bIns="91425" anchor="ctr" anchorCtr="0">
            <a:noAutofit/>
          </a:bodyPr>
          <a:lstStyle/>
          <a:p>
            <a:pPr>
              <a:spcBef>
                <a:spcPts val="0"/>
              </a:spcBef>
              <a:spcAft>
                <a:spcPts val="0"/>
              </a:spcAft>
            </a:pPr>
            <a:endParaRPr dirty="0"/>
          </a:p>
        </p:txBody>
      </p:sp>
      <p:sp>
        <p:nvSpPr>
          <p:cNvPr id="8" name="Google Shape;1209;p69">
            <a:extLst>
              <a:ext uri="{FF2B5EF4-FFF2-40B4-BE49-F238E27FC236}">
                <a16:creationId xmlns:a16="http://schemas.microsoft.com/office/drawing/2014/main" id="{925031D8-F397-CB5C-44E0-5E083395F0DB}"/>
              </a:ext>
            </a:extLst>
          </p:cNvPr>
          <p:cNvSpPr txBox="1">
            <a:spLocks/>
          </p:cNvSpPr>
          <p:nvPr/>
        </p:nvSpPr>
        <p:spPr>
          <a:xfrm>
            <a:off x="9415441" y="6087177"/>
            <a:ext cx="2455419" cy="6037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600" b="0" i="0" u="none" strike="noStrike" cap="none">
                <a:solidFill>
                  <a:schemeClr val="lt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9pPr>
          </a:lstStyle>
          <a:p>
            <a:pPr marL="0" indent="0"/>
            <a:r>
              <a:rPr lang="en-US" sz="2300" b="1" dirty="0">
                <a:solidFill>
                  <a:srgbClr val="00B0F0"/>
                </a:solidFill>
                <a:latin typeface="Twinkl" pitchFamily="50" charset="0"/>
                <a:ea typeface="Sassoon Infant Rg" panose="02000503030000020003" pitchFamily="50" charset="0"/>
                <a:cs typeface="Sassoon Infant Rg" panose="02000503030000020003" pitchFamily="50" charset="0"/>
              </a:rPr>
              <a:t>Submitted</a:t>
            </a:r>
            <a:r>
              <a:rPr lang="en-US" sz="2300" b="1" dirty="0">
                <a:solidFill>
                  <a:srgbClr val="00B0F0"/>
                </a:solidFill>
              </a:rPr>
              <a:t> </a:t>
            </a:r>
            <a:r>
              <a:rPr lang="en-US" sz="2300" b="1" dirty="0">
                <a:solidFill>
                  <a:srgbClr val="00B0F0"/>
                </a:solidFill>
                <a:latin typeface="Twinkl" pitchFamily="50" charset="0"/>
                <a:ea typeface="Sassoon Infant Rg" panose="02000503030000020003" pitchFamily="50" charset="0"/>
                <a:cs typeface="Sassoon Infant Rg" panose="02000503030000020003" pitchFamily="50" charset="0"/>
              </a:rPr>
              <a:t>To</a:t>
            </a:r>
            <a:r>
              <a:rPr lang="en-US" sz="2300" b="1" dirty="0">
                <a:solidFill>
                  <a:srgbClr val="00B0F0"/>
                </a:solidFill>
              </a:rPr>
              <a:t> </a:t>
            </a:r>
          </a:p>
          <a:p>
            <a:pPr marL="0" indent="0"/>
            <a:r>
              <a:rPr lang="en-US" sz="2300" b="1" dirty="0">
                <a:solidFill>
                  <a:srgbClr val="00B0F0"/>
                </a:solidFill>
                <a:latin typeface="Twinkl" pitchFamily="50" charset="0"/>
                <a:ea typeface="Sassoon Infant Rg" panose="02000503030000020003" pitchFamily="50" charset="0"/>
                <a:cs typeface="Sassoon Infant Rg" panose="02000503030000020003" pitchFamily="50" charset="0"/>
              </a:rPr>
              <a:t>Deepti</a:t>
            </a:r>
            <a:r>
              <a:rPr lang="en-US" sz="2300" b="1" dirty="0">
                <a:solidFill>
                  <a:srgbClr val="00B0F0"/>
                </a:solidFill>
              </a:rPr>
              <a:t> </a:t>
            </a:r>
            <a:r>
              <a:rPr lang="en-US" sz="2300" b="1" dirty="0">
                <a:solidFill>
                  <a:srgbClr val="00B0F0"/>
                </a:solidFill>
                <a:latin typeface="Twinkl" pitchFamily="50" charset="0"/>
                <a:ea typeface="Sassoon Infant Rg" panose="02000503030000020003" pitchFamily="50" charset="0"/>
                <a:cs typeface="Sassoon Infant Rg" panose="02000503030000020003" pitchFamily="50" charset="0"/>
              </a:rPr>
              <a:t>Madam</a:t>
            </a:r>
          </a:p>
        </p:txBody>
      </p:sp>
      <p:sp>
        <p:nvSpPr>
          <p:cNvPr id="9" name="Google Shape;1209;p69">
            <a:extLst>
              <a:ext uri="{FF2B5EF4-FFF2-40B4-BE49-F238E27FC236}">
                <a16:creationId xmlns:a16="http://schemas.microsoft.com/office/drawing/2014/main" id="{B921424C-08A2-6040-DF7D-30DA7296C3F3}"/>
              </a:ext>
            </a:extLst>
          </p:cNvPr>
          <p:cNvSpPr txBox="1">
            <a:spLocks/>
          </p:cNvSpPr>
          <p:nvPr/>
        </p:nvSpPr>
        <p:spPr>
          <a:xfrm>
            <a:off x="3075481" y="4744958"/>
            <a:ext cx="6041036" cy="6037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600" b="0" i="0" u="none" strike="noStrike" cap="none">
                <a:solidFill>
                  <a:schemeClr val="lt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9pPr>
          </a:lstStyle>
          <a:p>
            <a:pPr marL="0" indent="0"/>
            <a:r>
              <a:rPr lang="en-US" sz="2800" b="1" dirty="0">
                <a:solidFill>
                  <a:srgbClr val="1C1C1C"/>
                </a:solidFill>
                <a:latin typeface="Twinkl" pitchFamily="50" charset="0"/>
                <a:ea typeface="+mj-ea"/>
                <a:cs typeface="+mj-cs"/>
              </a:rPr>
              <a:t>Branch: C.S. (Vth Sem)</a:t>
            </a:r>
          </a:p>
          <a:p>
            <a:pPr marL="0" indent="0"/>
            <a:r>
              <a:rPr lang="en-US" sz="2800" b="1" dirty="0">
                <a:solidFill>
                  <a:srgbClr val="1C1C1C"/>
                </a:solidFill>
                <a:latin typeface="Twinkl" pitchFamily="50" charset="0"/>
                <a:ea typeface="+mj-ea"/>
                <a:cs typeface="+mj-cs"/>
              </a:rPr>
              <a:t>Subject: Professional Development </a:t>
            </a:r>
          </a:p>
        </p:txBody>
      </p:sp>
      <p:sp>
        <p:nvSpPr>
          <p:cNvPr id="13" name="Google Shape;1884;p85">
            <a:extLst>
              <a:ext uri="{FF2B5EF4-FFF2-40B4-BE49-F238E27FC236}">
                <a16:creationId xmlns:a16="http://schemas.microsoft.com/office/drawing/2014/main" id="{8B8EFF92-617F-9FD8-E396-2A3D73D0EA74}"/>
              </a:ext>
            </a:extLst>
          </p:cNvPr>
          <p:cNvSpPr/>
          <p:nvPr/>
        </p:nvSpPr>
        <p:spPr>
          <a:xfrm>
            <a:off x="739870" y="534875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83;p85">
            <a:extLst>
              <a:ext uri="{FF2B5EF4-FFF2-40B4-BE49-F238E27FC236}">
                <a16:creationId xmlns:a16="http://schemas.microsoft.com/office/drawing/2014/main" id="{4F544B92-8479-5588-F1C7-08256A435577}"/>
              </a:ext>
            </a:extLst>
          </p:cNvPr>
          <p:cNvSpPr/>
          <p:nvPr/>
        </p:nvSpPr>
        <p:spPr>
          <a:xfrm>
            <a:off x="10991762" y="1638497"/>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48;p92">
            <a:extLst>
              <a:ext uri="{FF2B5EF4-FFF2-40B4-BE49-F238E27FC236}">
                <a16:creationId xmlns:a16="http://schemas.microsoft.com/office/drawing/2014/main" id="{537982B2-653A-2CCC-330A-12DFFBE50DBE}"/>
              </a:ext>
            </a:extLst>
          </p:cNvPr>
          <p:cNvSpPr/>
          <p:nvPr/>
        </p:nvSpPr>
        <p:spPr>
          <a:xfrm>
            <a:off x="11113494" y="5173420"/>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49;p92">
            <a:extLst>
              <a:ext uri="{FF2B5EF4-FFF2-40B4-BE49-F238E27FC236}">
                <a16:creationId xmlns:a16="http://schemas.microsoft.com/office/drawing/2014/main" id="{125C763A-4B77-CCAB-585B-E8F00085ADFC}"/>
              </a:ext>
            </a:extLst>
          </p:cNvPr>
          <p:cNvSpPr/>
          <p:nvPr/>
        </p:nvSpPr>
        <p:spPr>
          <a:xfrm>
            <a:off x="11201353" y="534875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par>
                          <p:cTn id="30" fill="hold">
                            <p:stCondLst>
                              <p:cond delay="500"/>
                            </p:stCondLst>
                            <p:childTnLst>
                              <p:par>
                                <p:cTn id="31" presetID="8" presetClass="emph" presetSubtype="0" fill="hold" nodeType="afterEffect">
                                  <p:stCondLst>
                                    <p:cond delay="0"/>
                                  </p:stCondLst>
                                  <p:childTnLst>
                                    <p:animRot by="-21600000">
                                      <p:cBhvr>
                                        <p:cTn id="32" dur="800" fill="hold"/>
                                        <p:tgtEl>
                                          <p:spTgt spid="13"/>
                                        </p:tgtEl>
                                        <p:attrNameLst>
                                          <p:attrName>r</p:attrName>
                                        </p:attrNameLst>
                                      </p:cBhvr>
                                    </p:animRot>
                                  </p:childTnLst>
                                </p:cTn>
                              </p:par>
                              <p:par>
                                <p:cTn id="33" presetID="8" presetClass="emph" presetSubtype="0" fill="hold" nodeType="withEffect">
                                  <p:stCondLst>
                                    <p:cond delay="0"/>
                                  </p:stCondLst>
                                  <p:childTnLst>
                                    <p:animRot by="-21600000">
                                      <p:cBhvr>
                                        <p:cTn id="34" dur="800" fill="hold"/>
                                        <p:tgtEl>
                                          <p:spTgt spid="12"/>
                                        </p:tgtEl>
                                        <p:attrNameLst>
                                          <p:attrName>r</p:attrName>
                                        </p:attrNameLst>
                                      </p:cBhvr>
                                    </p:animRot>
                                  </p:childTnLst>
                                </p:cTn>
                              </p:par>
                              <p:par>
                                <p:cTn id="35" presetID="8" presetClass="emph" presetSubtype="0" fill="hold" nodeType="withEffect">
                                  <p:stCondLst>
                                    <p:cond delay="0"/>
                                  </p:stCondLst>
                                  <p:childTnLst>
                                    <p:animRot by="-21600000">
                                      <p:cBhvr>
                                        <p:cTn id="36" dur="800" fill="hold"/>
                                        <p:tgtEl>
                                          <p:spTgt spid="14"/>
                                        </p:tgtEl>
                                        <p:attrNameLst>
                                          <p:attrName>r</p:attrName>
                                        </p:attrNameLst>
                                      </p:cBhvr>
                                    </p:animRot>
                                  </p:childTnLst>
                                </p:cTn>
                              </p:par>
                              <p:par>
                                <p:cTn id="37" presetID="8" presetClass="emph" presetSubtype="0" fill="hold" nodeType="withEffect">
                                  <p:stCondLst>
                                    <p:cond delay="0"/>
                                  </p:stCondLst>
                                  <p:childTnLst>
                                    <p:animRot by="-21600000">
                                      <p:cBhvr>
                                        <p:cTn id="38" dur="8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0">
            <a:extLst>
              <a:ext uri="{FF2B5EF4-FFF2-40B4-BE49-F238E27FC236}">
                <a16:creationId xmlns:a16="http://schemas.microsoft.com/office/drawing/2014/main" id="{06975EE7-AED6-A136-F7BE-D2B45256A12B}"/>
              </a:ext>
            </a:extLst>
          </p:cNvPr>
          <p:cNvSpPr>
            <a:spLocks noGrp="1" noChangeArrowheads="1"/>
          </p:cNvSpPr>
          <p:nvPr>
            <p:ph type="title"/>
          </p:nvPr>
        </p:nvSpPr>
        <p:spPr>
          <a:xfrm>
            <a:off x="644894" y="344674"/>
            <a:ext cx="10799544" cy="993775"/>
          </a:xfrm>
        </p:spPr>
        <p:txBody>
          <a:bodyPr/>
          <a:lstStyle/>
          <a:p>
            <a:pPr eaLnBrk="1" hangingPunct="1"/>
            <a:r>
              <a:rPr lang="en-GB" altLang="en-US" sz="4400" b="0" dirty="0">
                <a:latin typeface="Twinkl SemiBold" charset="0"/>
              </a:rPr>
              <a:t>Plastic &amp; Polyethylene Here and There</a:t>
            </a:r>
          </a:p>
        </p:txBody>
      </p:sp>
      <p:sp>
        <p:nvSpPr>
          <p:cNvPr id="9219" name="Rectangle 4">
            <a:extLst>
              <a:ext uri="{FF2B5EF4-FFF2-40B4-BE49-F238E27FC236}">
                <a16:creationId xmlns:a16="http://schemas.microsoft.com/office/drawing/2014/main" id="{F3AF2B79-F808-F59F-D387-CEACE0BA0561}"/>
              </a:ext>
            </a:extLst>
          </p:cNvPr>
          <p:cNvSpPr>
            <a:spLocks noChangeArrowheads="1"/>
          </p:cNvSpPr>
          <p:nvPr/>
        </p:nvSpPr>
        <p:spPr bwMode="auto">
          <a:xfrm>
            <a:off x="1607419" y="1156913"/>
            <a:ext cx="8961120"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Plastic is a very popular material. They are found in virtually everything these days. </a:t>
            </a:r>
          </a:p>
        </p:txBody>
      </p:sp>
      <p:pic>
        <p:nvPicPr>
          <p:cNvPr id="5" name="Picture 4">
            <a:extLst>
              <a:ext uri="{FF2B5EF4-FFF2-40B4-BE49-F238E27FC236}">
                <a16:creationId xmlns:a16="http://schemas.microsoft.com/office/drawing/2014/main" id="{B5C72E1F-07F5-1DA2-5F67-1C78C7752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370" y="1958506"/>
            <a:ext cx="9891561" cy="1725830"/>
          </a:xfrm>
          <a:prstGeom prst="rect">
            <a:avLst/>
          </a:prstGeom>
        </p:spPr>
      </p:pic>
      <p:pic>
        <p:nvPicPr>
          <p:cNvPr id="21" name="Picture 20">
            <a:extLst>
              <a:ext uri="{FF2B5EF4-FFF2-40B4-BE49-F238E27FC236}">
                <a16:creationId xmlns:a16="http://schemas.microsoft.com/office/drawing/2014/main" id="{98350E77-412A-E494-CC53-12B42E4DADC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10718" y="4308973"/>
            <a:ext cx="2658919" cy="1897094"/>
          </a:xfrm>
          <a:prstGeom prst="rect">
            <a:avLst/>
          </a:prstGeom>
        </p:spPr>
      </p:pic>
      <p:sp>
        <p:nvSpPr>
          <p:cNvPr id="71" name="Rectangle: Rounded Corners 70">
            <a:extLst>
              <a:ext uri="{FF2B5EF4-FFF2-40B4-BE49-F238E27FC236}">
                <a16:creationId xmlns:a16="http://schemas.microsoft.com/office/drawing/2014/main" id="{C1C369D5-CEC3-713E-0256-FA90D0F24F6C}"/>
              </a:ext>
            </a:extLst>
          </p:cNvPr>
          <p:cNvSpPr/>
          <p:nvPr/>
        </p:nvSpPr>
        <p:spPr>
          <a:xfrm>
            <a:off x="1684421" y="3684696"/>
            <a:ext cx="8961120" cy="532459"/>
          </a:xfrm>
          <a:prstGeom prst="roundRect">
            <a:avLst>
              <a:gd name="adj" fmla="val 2938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altLang="en-US" sz="2000" dirty="0">
                <a:solidFill>
                  <a:schemeClr val="tx1"/>
                </a:solidFill>
              </a:rPr>
              <a:t>Your Food and Hygiene products are packed in it.</a:t>
            </a:r>
          </a:p>
        </p:txBody>
      </p:sp>
      <p:sp>
        <p:nvSpPr>
          <p:cNvPr id="73" name="Rectangle: Rounded Corners 72">
            <a:extLst>
              <a:ext uri="{FF2B5EF4-FFF2-40B4-BE49-F238E27FC236}">
                <a16:creationId xmlns:a16="http://schemas.microsoft.com/office/drawing/2014/main" id="{4401C789-9E71-02E9-21CD-45A2EA9C8941}"/>
              </a:ext>
            </a:extLst>
          </p:cNvPr>
          <p:cNvSpPr/>
          <p:nvPr/>
        </p:nvSpPr>
        <p:spPr>
          <a:xfrm>
            <a:off x="1697794" y="3677564"/>
            <a:ext cx="8961120" cy="532459"/>
          </a:xfrm>
          <a:prstGeom prst="roundRect">
            <a:avLst>
              <a:gd name="adj" fmla="val 2938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altLang="en-US" sz="2000" dirty="0">
                <a:solidFill>
                  <a:schemeClr val="tx1"/>
                </a:solidFill>
              </a:rPr>
              <a:t>Your Car, Phone and Computers are made from it.</a:t>
            </a:r>
          </a:p>
        </p:txBody>
      </p:sp>
      <p:pic>
        <p:nvPicPr>
          <p:cNvPr id="75" name="Picture 74">
            <a:extLst>
              <a:ext uri="{FF2B5EF4-FFF2-40B4-BE49-F238E27FC236}">
                <a16:creationId xmlns:a16="http://schemas.microsoft.com/office/drawing/2014/main" id="{6A71C1A1-BD71-8CFF-4BA2-E80B5E783ADA}"/>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445423" y="4265247"/>
            <a:ext cx="2890097" cy="1984546"/>
          </a:xfrm>
          <a:prstGeom prst="rect">
            <a:avLst/>
          </a:prstGeom>
        </p:spPr>
      </p:pic>
      <p:sp>
        <p:nvSpPr>
          <p:cNvPr id="77" name="Rectangle: Rounded Corners 76">
            <a:extLst>
              <a:ext uri="{FF2B5EF4-FFF2-40B4-BE49-F238E27FC236}">
                <a16:creationId xmlns:a16="http://schemas.microsoft.com/office/drawing/2014/main" id="{75971E28-FAE2-84AC-99A8-210F3ECEBD1D}"/>
              </a:ext>
            </a:extLst>
          </p:cNvPr>
          <p:cNvSpPr/>
          <p:nvPr/>
        </p:nvSpPr>
        <p:spPr>
          <a:xfrm>
            <a:off x="1748590" y="3670432"/>
            <a:ext cx="8961120" cy="532459"/>
          </a:xfrm>
          <a:prstGeom prst="roundRect">
            <a:avLst>
              <a:gd name="adj" fmla="val 2938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Plastic pipes, fittings, and other construction materials are often made from polyethylene</a:t>
            </a:r>
            <a:r>
              <a:rPr lang="en-GB" altLang="en-US" dirty="0">
                <a:solidFill>
                  <a:schemeClr val="tx1"/>
                </a:solidFill>
              </a:rPr>
              <a:t>.</a:t>
            </a:r>
          </a:p>
        </p:txBody>
      </p:sp>
      <p:pic>
        <p:nvPicPr>
          <p:cNvPr id="80" name="Picture 79">
            <a:extLst>
              <a:ext uri="{FF2B5EF4-FFF2-40B4-BE49-F238E27FC236}">
                <a16:creationId xmlns:a16="http://schemas.microsoft.com/office/drawing/2014/main" id="{2EEA34AC-CA55-4779-C283-5969D08DD8EE}"/>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445423" y="4258116"/>
            <a:ext cx="2890098" cy="1987756"/>
          </a:xfrm>
          <a:prstGeom prst="rect">
            <a:avLst/>
          </a:prstGeom>
        </p:spPr>
      </p:pic>
      <p:sp>
        <p:nvSpPr>
          <p:cNvPr id="83" name="Rectangle: Rounded Corners 82">
            <a:extLst>
              <a:ext uri="{FF2B5EF4-FFF2-40B4-BE49-F238E27FC236}">
                <a16:creationId xmlns:a16="http://schemas.microsoft.com/office/drawing/2014/main" id="{8C38C4FF-5558-4C19-2A1A-A85E0141330C}"/>
              </a:ext>
            </a:extLst>
          </p:cNvPr>
          <p:cNvSpPr/>
          <p:nvPr/>
        </p:nvSpPr>
        <p:spPr>
          <a:xfrm>
            <a:off x="1845110" y="3665972"/>
            <a:ext cx="8961120" cy="532459"/>
          </a:xfrm>
          <a:prstGeom prst="roundRect">
            <a:avLst>
              <a:gd name="adj" fmla="val 2938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Plastic is used in medical devices and equipment such as syringes, tubing, and containers.</a:t>
            </a:r>
            <a:r>
              <a:rPr lang="en-GB" altLang="en-US" dirty="0">
                <a:solidFill>
                  <a:schemeClr val="tx1"/>
                </a:solidFill>
              </a:rPr>
              <a:t>.</a:t>
            </a:r>
          </a:p>
        </p:txBody>
      </p:sp>
      <p:pic>
        <p:nvPicPr>
          <p:cNvPr id="89" name="Picture 88">
            <a:extLst>
              <a:ext uri="{FF2B5EF4-FFF2-40B4-BE49-F238E27FC236}">
                <a16:creationId xmlns:a16="http://schemas.microsoft.com/office/drawing/2014/main" id="{FCC2F911-7A96-1D18-60FB-7BDB37A9AAF2}"/>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4447152" y="4239392"/>
            <a:ext cx="2888368" cy="2006480"/>
          </a:xfrm>
          <a:prstGeom prst="rect">
            <a:avLst/>
          </a:prstGeom>
        </p:spPr>
      </p:pic>
      <p:sp>
        <p:nvSpPr>
          <p:cNvPr id="91" name="Rectangle: Rounded Corners 90">
            <a:extLst>
              <a:ext uri="{FF2B5EF4-FFF2-40B4-BE49-F238E27FC236}">
                <a16:creationId xmlns:a16="http://schemas.microsoft.com/office/drawing/2014/main" id="{1E81BD23-16E1-C4D9-4AD3-25DAF4586B16}"/>
              </a:ext>
            </a:extLst>
          </p:cNvPr>
          <p:cNvSpPr/>
          <p:nvPr/>
        </p:nvSpPr>
        <p:spPr>
          <a:xfrm>
            <a:off x="1794314" y="3684695"/>
            <a:ext cx="8961120" cy="532459"/>
          </a:xfrm>
          <a:prstGeom prst="roundRect">
            <a:avLst>
              <a:gd name="adj" fmla="val 2938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Many consumer products, from shampoo bottles to yogurt containers, are made from plastic</a:t>
            </a:r>
            <a:r>
              <a:rPr lang="en-GB" altLang="en-US" dirty="0">
                <a:solidFill>
                  <a:schemeClr val="tx1"/>
                </a:solidFill>
              </a:rPr>
              <a:t>.</a:t>
            </a:r>
          </a:p>
        </p:txBody>
      </p:sp>
      <p:pic>
        <p:nvPicPr>
          <p:cNvPr id="96" name="Picture 95">
            <a:extLst>
              <a:ext uri="{FF2B5EF4-FFF2-40B4-BE49-F238E27FC236}">
                <a16:creationId xmlns:a16="http://schemas.microsoft.com/office/drawing/2014/main" id="{79F30FC1-8804-5AE3-8625-1940B5F34D2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4439071" y="4239391"/>
            <a:ext cx="2917404" cy="2028718"/>
          </a:xfrm>
          <a:prstGeom prst="rect">
            <a:avLst/>
          </a:prstGeom>
        </p:spPr>
      </p:pic>
      <p:sp>
        <p:nvSpPr>
          <p:cNvPr id="98" name="Google Shape;2148;p92">
            <a:extLst>
              <a:ext uri="{FF2B5EF4-FFF2-40B4-BE49-F238E27FC236}">
                <a16:creationId xmlns:a16="http://schemas.microsoft.com/office/drawing/2014/main" id="{17D0921A-E7EC-474B-9A58-9BD58491831F}"/>
              </a:ext>
            </a:extLst>
          </p:cNvPr>
          <p:cNvSpPr/>
          <p:nvPr/>
        </p:nvSpPr>
        <p:spPr>
          <a:xfrm>
            <a:off x="11101845" y="5607049"/>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2149;p92">
            <a:extLst>
              <a:ext uri="{FF2B5EF4-FFF2-40B4-BE49-F238E27FC236}">
                <a16:creationId xmlns:a16="http://schemas.microsoft.com/office/drawing/2014/main" id="{8835C330-E053-3C18-6968-2BCD724038EE}"/>
              </a:ext>
            </a:extLst>
          </p:cNvPr>
          <p:cNvSpPr/>
          <p:nvPr/>
        </p:nvSpPr>
        <p:spPr>
          <a:xfrm>
            <a:off x="11225261" y="589194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884;p85">
            <a:extLst>
              <a:ext uri="{FF2B5EF4-FFF2-40B4-BE49-F238E27FC236}">
                <a16:creationId xmlns:a16="http://schemas.microsoft.com/office/drawing/2014/main" id="{19FFFD39-9258-9D61-A90D-B12E730319DD}"/>
              </a:ext>
            </a:extLst>
          </p:cNvPr>
          <p:cNvSpPr/>
          <p:nvPr/>
        </p:nvSpPr>
        <p:spPr>
          <a:xfrm>
            <a:off x="10913035" y="5832598"/>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16301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98"/>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99"/>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100"/>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9218"/>
                                        </p:tgtEl>
                                        <p:attrNameLst>
                                          <p:attrName>style.visibility</p:attrName>
                                        </p:attrNameLst>
                                      </p:cBhvr>
                                      <p:to>
                                        <p:strVal val="visible"/>
                                      </p:to>
                                    </p:set>
                                    <p:animEffect transition="in" filter="fade">
                                      <p:cBhvr>
                                        <p:cTn id="14" dur="1000"/>
                                        <p:tgtEl>
                                          <p:spTgt spid="9218"/>
                                        </p:tgtEl>
                                      </p:cBhvr>
                                    </p:animEffect>
                                    <p:anim calcmode="lin" valueType="num">
                                      <p:cBhvr>
                                        <p:cTn id="15" dur="1000" fill="hold"/>
                                        <p:tgtEl>
                                          <p:spTgt spid="9218"/>
                                        </p:tgtEl>
                                        <p:attrNameLst>
                                          <p:attrName>ppt_x</p:attrName>
                                        </p:attrNameLst>
                                      </p:cBhvr>
                                      <p:tavLst>
                                        <p:tav tm="0">
                                          <p:val>
                                            <p:strVal val="#ppt_x"/>
                                          </p:val>
                                        </p:tav>
                                        <p:tav tm="100000">
                                          <p:val>
                                            <p:strVal val="#ppt_x"/>
                                          </p:val>
                                        </p:tav>
                                      </p:tavLst>
                                    </p:anim>
                                    <p:anim calcmode="lin" valueType="num">
                                      <p:cBhvr>
                                        <p:cTn id="16" dur="1000" fill="hold"/>
                                        <p:tgtEl>
                                          <p:spTgt spid="9218"/>
                                        </p:tgtEl>
                                        <p:attrNameLst>
                                          <p:attrName>ppt_y</p:attrName>
                                        </p:attrNameLst>
                                      </p:cBhvr>
                                      <p:tavLst>
                                        <p:tav tm="0">
                                          <p:val>
                                            <p:strVal val="#ppt_y+.1"/>
                                          </p:val>
                                        </p:tav>
                                        <p:tav tm="100000">
                                          <p:val>
                                            <p:strVal val="#ppt_y"/>
                                          </p:val>
                                        </p:tav>
                                      </p:tavLst>
                                    </p:anim>
                                  </p:childTnLst>
                                </p:cTn>
                              </p:par>
                            </p:childTnLst>
                          </p:cTn>
                        </p:par>
                        <p:par>
                          <p:cTn id="17" fill="hold">
                            <p:stCondLst>
                              <p:cond delay="1800"/>
                            </p:stCondLst>
                            <p:childTnLst>
                              <p:par>
                                <p:cTn id="18" presetID="42" presetClass="entr" presetSubtype="0" fill="hold" grpId="0" nodeType="afterEffect">
                                  <p:stCondLst>
                                    <p:cond delay="0"/>
                                  </p:stCondLst>
                                  <p:childTnLst>
                                    <p:set>
                                      <p:cBhvr>
                                        <p:cTn id="19" dur="1" fill="hold">
                                          <p:stCondLst>
                                            <p:cond delay="0"/>
                                          </p:stCondLst>
                                        </p:cTn>
                                        <p:tgtEl>
                                          <p:spTgt spid="9219"/>
                                        </p:tgtEl>
                                        <p:attrNameLst>
                                          <p:attrName>style.visibility</p:attrName>
                                        </p:attrNameLst>
                                      </p:cBhvr>
                                      <p:to>
                                        <p:strVal val="visible"/>
                                      </p:to>
                                    </p:set>
                                    <p:animEffect transition="in" filter="fade">
                                      <p:cBhvr>
                                        <p:cTn id="20" dur="750"/>
                                        <p:tgtEl>
                                          <p:spTgt spid="9219"/>
                                        </p:tgtEl>
                                      </p:cBhvr>
                                    </p:animEffect>
                                    <p:anim calcmode="lin" valueType="num">
                                      <p:cBhvr>
                                        <p:cTn id="21" dur="750" fill="hold"/>
                                        <p:tgtEl>
                                          <p:spTgt spid="9219"/>
                                        </p:tgtEl>
                                        <p:attrNameLst>
                                          <p:attrName>ppt_x</p:attrName>
                                        </p:attrNameLst>
                                      </p:cBhvr>
                                      <p:tavLst>
                                        <p:tav tm="0">
                                          <p:val>
                                            <p:strVal val="#ppt_x"/>
                                          </p:val>
                                        </p:tav>
                                        <p:tav tm="100000">
                                          <p:val>
                                            <p:strVal val="#ppt_x"/>
                                          </p:val>
                                        </p:tav>
                                      </p:tavLst>
                                    </p:anim>
                                    <p:anim calcmode="lin" valueType="num">
                                      <p:cBhvr>
                                        <p:cTn id="22" dur="750" fill="hold"/>
                                        <p:tgtEl>
                                          <p:spTgt spid="9219"/>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750"/>
                                        <p:tgtEl>
                                          <p:spTgt spid="5"/>
                                        </p:tgtEl>
                                      </p:cBhvr>
                                    </p:animEffect>
                                    <p:anim calcmode="lin" valueType="num">
                                      <p:cBhvr>
                                        <p:cTn id="26" dur="750" fill="hold"/>
                                        <p:tgtEl>
                                          <p:spTgt spid="5"/>
                                        </p:tgtEl>
                                        <p:attrNameLst>
                                          <p:attrName>ppt_x</p:attrName>
                                        </p:attrNameLst>
                                      </p:cBhvr>
                                      <p:tavLst>
                                        <p:tav tm="0">
                                          <p:val>
                                            <p:strVal val="#ppt_x"/>
                                          </p:val>
                                        </p:tav>
                                        <p:tav tm="100000">
                                          <p:val>
                                            <p:strVal val="#ppt_x"/>
                                          </p:val>
                                        </p:tav>
                                      </p:tavLst>
                                    </p:anim>
                                    <p:anim calcmode="lin" valueType="num">
                                      <p:cBhvr>
                                        <p:cTn id="27"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3"/>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7"/>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8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3"/>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nodeType="afterEffect">
                                  <p:stCondLst>
                                    <p:cond delay="0"/>
                                  </p:stCondLst>
                                  <p:childTnLst>
                                    <p:set>
                                      <p:cBhvr>
                                        <p:cTn id="61"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19" grpId="0"/>
      <p:bldP spid="71" grpId="0" animBg="1"/>
      <p:bldP spid="73" grpId="0" animBg="1"/>
      <p:bldP spid="77" grpId="0" animBg="1"/>
      <p:bldP spid="83" grpId="0" animBg="1"/>
      <p:bldP spid="9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064B69D-D98F-BB37-5325-D12BDEEA6C4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49986" y="1665705"/>
            <a:ext cx="1779588" cy="1334691"/>
          </a:xfrm>
          <a:prstGeom prst="rect">
            <a:avLst/>
          </a:prstGeom>
        </p:spPr>
      </p:pic>
      <p:pic>
        <p:nvPicPr>
          <p:cNvPr id="8" name="Picture 7">
            <a:extLst>
              <a:ext uri="{FF2B5EF4-FFF2-40B4-BE49-F238E27FC236}">
                <a16:creationId xmlns:a16="http://schemas.microsoft.com/office/drawing/2014/main" id="{FCB7F0F0-886F-EC30-C7EA-36DB0F3C278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660909" y="1665705"/>
            <a:ext cx="1798638" cy="1335088"/>
          </a:xfrm>
          <a:prstGeom prst="rect">
            <a:avLst/>
          </a:prstGeom>
        </p:spPr>
      </p:pic>
      <p:sp>
        <p:nvSpPr>
          <p:cNvPr id="11266" name="Title 20">
            <a:extLst>
              <a:ext uri="{FF2B5EF4-FFF2-40B4-BE49-F238E27FC236}">
                <a16:creationId xmlns:a16="http://schemas.microsoft.com/office/drawing/2014/main" id="{2CDDE7B8-4FB9-CF99-1C67-A0F8D162C282}"/>
              </a:ext>
            </a:extLst>
          </p:cNvPr>
          <p:cNvSpPr>
            <a:spLocks noGrp="1" noChangeArrowheads="1"/>
          </p:cNvSpPr>
          <p:nvPr>
            <p:ph type="title"/>
          </p:nvPr>
        </p:nvSpPr>
        <p:spPr>
          <a:xfrm>
            <a:off x="625643" y="671931"/>
            <a:ext cx="10915048" cy="993775"/>
          </a:xfrm>
        </p:spPr>
        <p:txBody>
          <a:bodyPr/>
          <a:lstStyle/>
          <a:p>
            <a:pPr eaLnBrk="1" hangingPunct="1"/>
            <a:r>
              <a:rPr lang="en-GB" altLang="en-US" sz="3600" b="0" dirty="0">
                <a:latin typeface="Twinkl SemiBold" charset="0"/>
              </a:rPr>
              <a:t>Advantages of Plastic and Polyethylene</a:t>
            </a:r>
          </a:p>
        </p:txBody>
      </p:sp>
      <p:sp>
        <p:nvSpPr>
          <p:cNvPr id="5" name="Rectangle 4">
            <a:extLst>
              <a:ext uri="{FF2B5EF4-FFF2-40B4-BE49-F238E27FC236}">
                <a16:creationId xmlns:a16="http://schemas.microsoft.com/office/drawing/2014/main" id="{A2AD34C3-93C7-B22A-0A67-152DA5A09D1C}"/>
              </a:ext>
            </a:extLst>
          </p:cNvPr>
          <p:cNvSpPr>
            <a:spLocks noChangeArrowheads="1"/>
          </p:cNvSpPr>
          <p:nvPr/>
        </p:nvSpPr>
        <p:spPr bwMode="auto">
          <a:xfrm>
            <a:off x="1353152" y="3218281"/>
            <a:ext cx="1825625" cy="2730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GB" altLang="en-US" sz="2400" dirty="0">
                <a:solidFill>
                  <a:schemeClr val="tx1"/>
                </a:solidFill>
              </a:rPr>
              <a:t>It keeps things airtight, which is ideal for keeping food fresh.</a:t>
            </a:r>
          </a:p>
        </p:txBody>
      </p:sp>
      <p:sp>
        <p:nvSpPr>
          <p:cNvPr id="4" name="Rectangle 3">
            <a:extLst>
              <a:ext uri="{FF2B5EF4-FFF2-40B4-BE49-F238E27FC236}">
                <a16:creationId xmlns:a16="http://schemas.microsoft.com/office/drawing/2014/main" id="{0395B46C-911A-4047-717F-7467AC475BE6}"/>
              </a:ext>
            </a:extLst>
          </p:cNvPr>
          <p:cNvSpPr>
            <a:spLocks noChangeArrowheads="1"/>
          </p:cNvSpPr>
          <p:nvPr/>
        </p:nvSpPr>
        <p:spPr bwMode="auto">
          <a:xfrm>
            <a:off x="3990038" y="3218281"/>
            <a:ext cx="1687513" cy="199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GB" altLang="en-US" sz="2400" dirty="0">
                <a:solidFill>
                  <a:schemeClr val="tx1"/>
                </a:solidFill>
              </a:rPr>
              <a:t>It is waterproof so nothing leaks out or drips in.</a:t>
            </a:r>
          </a:p>
        </p:txBody>
      </p:sp>
      <p:sp>
        <p:nvSpPr>
          <p:cNvPr id="6" name="Rectangle 5">
            <a:extLst>
              <a:ext uri="{FF2B5EF4-FFF2-40B4-BE49-F238E27FC236}">
                <a16:creationId xmlns:a16="http://schemas.microsoft.com/office/drawing/2014/main" id="{7CAF7659-6108-BA9D-67CC-F45AA90FF324}"/>
              </a:ext>
            </a:extLst>
          </p:cNvPr>
          <p:cNvSpPr>
            <a:spLocks noChangeArrowheads="1"/>
          </p:cNvSpPr>
          <p:nvPr/>
        </p:nvSpPr>
        <p:spPr bwMode="auto">
          <a:xfrm>
            <a:off x="6349986" y="3218280"/>
            <a:ext cx="1779588" cy="319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sz="2200" dirty="0"/>
              <a:t>The production of plastic is often cost-effective compared to other materials like metal or glass</a:t>
            </a:r>
            <a:endParaRPr lang="en-GB" altLang="en-US" sz="2200" dirty="0">
              <a:solidFill>
                <a:schemeClr val="tx1"/>
              </a:solidFill>
            </a:endParaRPr>
          </a:p>
        </p:txBody>
      </p:sp>
      <p:sp>
        <p:nvSpPr>
          <p:cNvPr id="7" name="Rectangle 6">
            <a:extLst>
              <a:ext uri="{FF2B5EF4-FFF2-40B4-BE49-F238E27FC236}">
                <a16:creationId xmlns:a16="http://schemas.microsoft.com/office/drawing/2014/main" id="{A68C9B46-8714-E660-4757-D5171FCA3F06}"/>
              </a:ext>
            </a:extLst>
          </p:cNvPr>
          <p:cNvSpPr>
            <a:spLocks noChangeArrowheads="1"/>
          </p:cNvSpPr>
          <p:nvPr/>
        </p:nvSpPr>
        <p:spPr bwMode="auto">
          <a:xfrm>
            <a:off x="8660909" y="3218281"/>
            <a:ext cx="1798638" cy="236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sz="2400" dirty="0"/>
              <a:t>plastics are transparent, allowing for clear visibility of the contents.</a:t>
            </a:r>
            <a:endParaRPr lang="en-GB" altLang="en-US" sz="2400" dirty="0">
              <a:solidFill>
                <a:schemeClr val="tx1"/>
              </a:solidFill>
            </a:endParaRPr>
          </a:p>
        </p:txBody>
      </p:sp>
      <p:pic>
        <p:nvPicPr>
          <p:cNvPr id="12" name="Picture 11">
            <a:extLst>
              <a:ext uri="{FF2B5EF4-FFF2-40B4-BE49-F238E27FC236}">
                <a16:creationId xmlns:a16="http://schemas.microsoft.com/office/drawing/2014/main" id="{62A198D4-D95E-1329-9A2D-0AA98E4809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6737" t="13754" r="6316" b="1474"/>
          <a:stretch>
            <a:fillRect/>
          </a:stretch>
        </p:blipFill>
        <p:spPr bwMode="auto">
          <a:xfrm>
            <a:off x="1353152" y="1665705"/>
            <a:ext cx="1825625"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a:extLst>
              <a:ext uri="{FF2B5EF4-FFF2-40B4-BE49-F238E27FC236}">
                <a16:creationId xmlns:a16="http://schemas.microsoft.com/office/drawing/2014/main" id="{EDDCE956-D166-4D32-A795-6B0F9E7C05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4001" y="1665705"/>
            <a:ext cx="1779587"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Google Shape;2148;p92">
            <a:extLst>
              <a:ext uri="{FF2B5EF4-FFF2-40B4-BE49-F238E27FC236}">
                <a16:creationId xmlns:a16="http://schemas.microsoft.com/office/drawing/2014/main" id="{F793AA0A-AB69-96DA-C767-C0933BE4B58C}"/>
              </a:ext>
            </a:extLst>
          </p:cNvPr>
          <p:cNvSpPr/>
          <p:nvPr/>
        </p:nvSpPr>
        <p:spPr>
          <a:xfrm>
            <a:off x="11228845" y="584263"/>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149;p92">
            <a:extLst>
              <a:ext uri="{FF2B5EF4-FFF2-40B4-BE49-F238E27FC236}">
                <a16:creationId xmlns:a16="http://schemas.microsoft.com/office/drawing/2014/main" id="{FB584E90-72E6-AB6C-C2EE-BFC6AD31E8E7}"/>
              </a:ext>
            </a:extLst>
          </p:cNvPr>
          <p:cNvSpPr/>
          <p:nvPr/>
        </p:nvSpPr>
        <p:spPr>
          <a:xfrm>
            <a:off x="766159" y="580727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84;p85">
            <a:extLst>
              <a:ext uri="{FF2B5EF4-FFF2-40B4-BE49-F238E27FC236}">
                <a16:creationId xmlns:a16="http://schemas.microsoft.com/office/drawing/2014/main" id="{1C9F76DB-8902-9368-E371-876E22858C57}"/>
              </a:ext>
            </a:extLst>
          </p:cNvPr>
          <p:cNvSpPr/>
          <p:nvPr/>
        </p:nvSpPr>
        <p:spPr>
          <a:xfrm>
            <a:off x="991533" y="606667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19"/>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20"/>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21"/>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1266"/>
                                        </p:tgtEl>
                                        <p:attrNameLst>
                                          <p:attrName>style.visibility</p:attrName>
                                        </p:attrNameLst>
                                      </p:cBhvr>
                                      <p:to>
                                        <p:strVal val="visible"/>
                                      </p:to>
                                    </p:set>
                                    <p:animEffect transition="in" filter="fade">
                                      <p:cBhvr>
                                        <p:cTn id="14" dur="1000"/>
                                        <p:tgtEl>
                                          <p:spTgt spid="11266"/>
                                        </p:tgtEl>
                                      </p:cBhvr>
                                    </p:animEffect>
                                    <p:anim calcmode="lin" valueType="num">
                                      <p:cBhvr>
                                        <p:cTn id="15" dur="1000" fill="hold"/>
                                        <p:tgtEl>
                                          <p:spTgt spid="11266"/>
                                        </p:tgtEl>
                                        <p:attrNameLst>
                                          <p:attrName>ppt_x</p:attrName>
                                        </p:attrNameLst>
                                      </p:cBhvr>
                                      <p:tavLst>
                                        <p:tav tm="0">
                                          <p:val>
                                            <p:strVal val="#ppt_x"/>
                                          </p:val>
                                        </p:tav>
                                        <p:tav tm="100000">
                                          <p:val>
                                            <p:strVal val="#ppt_x"/>
                                          </p:val>
                                        </p:tav>
                                      </p:tavLst>
                                    </p:anim>
                                    <p:anim calcmode="lin" valueType="num">
                                      <p:cBhvr>
                                        <p:cTn id="16"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5" grpId="0"/>
      <p:bldP spid="4"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0">
            <a:extLst>
              <a:ext uri="{FF2B5EF4-FFF2-40B4-BE49-F238E27FC236}">
                <a16:creationId xmlns:a16="http://schemas.microsoft.com/office/drawing/2014/main" id="{F037D996-7D16-2B2B-BF09-C9CCC907E128}"/>
              </a:ext>
            </a:extLst>
          </p:cNvPr>
          <p:cNvSpPr>
            <a:spLocks noGrp="1" noChangeArrowheads="1"/>
          </p:cNvSpPr>
          <p:nvPr>
            <p:ph type="title"/>
          </p:nvPr>
        </p:nvSpPr>
        <p:spPr>
          <a:xfrm>
            <a:off x="616017" y="479426"/>
            <a:ext cx="10943924" cy="993775"/>
          </a:xfrm>
        </p:spPr>
        <p:txBody>
          <a:bodyPr/>
          <a:lstStyle/>
          <a:p>
            <a:pPr eaLnBrk="1" hangingPunct="1"/>
            <a:r>
              <a:rPr lang="en-GB" altLang="en-US" sz="3600" b="0" dirty="0">
                <a:latin typeface="Twinkl SemiBold" charset="0"/>
              </a:rPr>
              <a:t>Is Plastic Durability and Biodegradability ?</a:t>
            </a:r>
          </a:p>
        </p:txBody>
      </p:sp>
      <p:sp>
        <p:nvSpPr>
          <p:cNvPr id="13315" name="Rectangle 4">
            <a:extLst>
              <a:ext uri="{FF2B5EF4-FFF2-40B4-BE49-F238E27FC236}">
                <a16:creationId xmlns:a16="http://schemas.microsoft.com/office/drawing/2014/main" id="{23B6C5B3-8E83-61F2-5EB5-C02F6B906DA8}"/>
              </a:ext>
            </a:extLst>
          </p:cNvPr>
          <p:cNvSpPr>
            <a:spLocks noChangeArrowheads="1"/>
          </p:cNvSpPr>
          <p:nvPr/>
        </p:nvSpPr>
        <p:spPr bwMode="auto">
          <a:xfrm>
            <a:off x="1568917" y="1262232"/>
            <a:ext cx="5486401" cy="494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Plastic is incredibly durable and it is not biodegradable. It does not decompose like vegetables, fruit or meat.</a:t>
            </a:r>
          </a:p>
          <a:p>
            <a:pPr algn="just" eaLnBrk="1" hangingPunct="1">
              <a:lnSpc>
                <a:spcPct val="100000"/>
              </a:lnSpc>
              <a:spcBef>
                <a:spcPct val="0"/>
              </a:spcBef>
              <a:buFontTx/>
              <a:buNone/>
            </a:pPr>
            <a:br>
              <a:rPr lang="en-GB" altLang="en-US" sz="2400" dirty="0">
                <a:solidFill>
                  <a:schemeClr val="tx1"/>
                </a:solidFill>
              </a:rPr>
            </a:br>
            <a:r>
              <a:rPr lang="en-GB" altLang="en-US" sz="2400" dirty="0">
                <a:solidFill>
                  <a:schemeClr val="tx1"/>
                </a:solidFill>
              </a:rPr>
              <a:t>Getting rid of unwanted plastic is a challenge. If it is burned, harmful gases are released into the atmosphere. This causes air pollution.</a:t>
            </a:r>
          </a:p>
          <a:p>
            <a:pPr algn="just" eaLnBrk="1" hangingPunct="1">
              <a:lnSpc>
                <a:spcPct val="100000"/>
              </a:lnSpc>
              <a:spcBef>
                <a:spcPct val="0"/>
              </a:spcBef>
              <a:buFontTx/>
              <a:buNone/>
            </a:pPr>
            <a:br>
              <a:rPr lang="en-GB" altLang="en-US" sz="2400" dirty="0">
                <a:solidFill>
                  <a:schemeClr val="tx1"/>
                </a:solidFill>
              </a:rPr>
            </a:br>
            <a:r>
              <a:rPr lang="en-GB" altLang="en-US" sz="2400" dirty="0">
                <a:solidFill>
                  <a:schemeClr val="tx1"/>
                </a:solidFill>
              </a:rPr>
              <a:t>It is usually buried in huge landfill sites. Even though we don’t see it, it is still there and it can last for many decades.</a:t>
            </a:r>
          </a:p>
        </p:txBody>
      </p:sp>
      <p:pic>
        <p:nvPicPr>
          <p:cNvPr id="13318" name="Picture 2">
            <a:extLst>
              <a:ext uri="{FF2B5EF4-FFF2-40B4-BE49-F238E27FC236}">
                <a16:creationId xmlns:a16="http://schemas.microsoft.com/office/drawing/2014/main" id="{1B3818F3-E8A8-9A9C-15E1-27F44EE85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7425" y="2106262"/>
            <a:ext cx="4004026" cy="26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2149;p92">
            <a:extLst>
              <a:ext uri="{FF2B5EF4-FFF2-40B4-BE49-F238E27FC236}">
                <a16:creationId xmlns:a16="http://schemas.microsoft.com/office/drawing/2014/main" id="{995899FA-A45B-04FC-025F-5BA27DC0AF54}"/>
              </a:ext>
            </a:extLst>
          </p:cNvPr>
          <p:cNvSpPr/>
          <p:nvPr/>
        </p:nvSpPr>
        <p:spPr>
          <a:xfrm>
            <a:off x="10996661" y="568874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800" fill="hold"/>
                                        <p:tgtEl>
                                          <p:spTgt spid="3"/>
                                        </p:tgtEl>
                                        <p:attrNameLst>
                                          <p:attrName>r</p:attrName>
                                        </p:attrNameLst>
                                      </p:cBhvr>
                                    </p:animRot>
                                  </p:childTnLst>
                                </p:cTn>
                              </p:par>
                            </p:childTnLst>
                          </p:cTn>
                        </p:par>
                        <p:par>
                          <p:cTn id="7" fill="hold">
                            <p:stCondLst>
                              <p:cond delay="800"/>
                            </p:stCondLst>
                            <p:childTnLst>
                              <p:par>
                                <p:cTn id="8" presetID="42" presetClass="entr" presetSubtype="0" fill="hold" grpId="0" nodeType="afterEffect">
                                  <p:stCondLst>
                                    <p:cond delay="0"/>
                                  </p:stCondLst>
                                  <p:childTnLst>
                                    <p:set>
                                      <p:cBhvr>
                                        <p:cTn id="9" dur="1" fill="hold">
                                          <p:stCondLst>
                                            <p:cond delay="0"/>
                                          </p:stCondLst>
                                        </p:cTn>
                                        <p:tgtEl>
                                          <p:spTgt spid="13314"/>
                                        </p:tgtEl>
                                        <p:attrNameLst>
                                          <p:attrName>style.visibility</p:attrName>
                                        </p:attrNameLst>
                                      </p:cBhvr>
                                      <p:to>
                                        <p:strVal val="visible"/>
                                      </p:to>
                                    </p:set>
                                    <p:animEffect transition="in" filter="fade">
                                      <p:cBhvr>
                                        <p:cTn id="10" dur="1000"/>
                                        <p:tgtEl>
                                          <p:spTgt spid="13314"/>
                                        </p:tgtEl>
                                      </p:cBhvr>
                                    </p:animEffect>
                                    <p:anim calcmode="lin" valueType="num">
                                      <p:cBhvr>
                                        <p:cTn id="11" dur="1000" fill="hold"/>
                                        <p:tgtEl>
                                          <p:spTgt spid="13314"/>
                                        </p:tgtEl>
                                        <p:attrNameLst>
                                          <p:attrName>ppt_x</p:attrName>
                                        </p:attrNameLst>
                                      </p:cBhvr>
                                      <p:tavLst>
                                        <p:tav tm="0">
                                          <p:val>
                                            <p:strVal val="#ppt_x"/>
                                          </p:val>
                                        </p:tav>
                                        <p:tav tm="100000">
                                          <p:val>
                                            <p:strVal val="#ppt_x"/>
                                          </p:val>
                                        </p:tav>
                                      </p:tavLst>
                                    </p:anim>
                                    <p:anim calcmode="lin" valueType="num">
                                      <p:cBhvr>
                                        <p:cTn id="12" dur="1000" fill="hold"/>
                                        <p:tgtEl>
                                          <p:spTgt spid="13314"/>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315"/>
                                        </p:tgtEl>
                                        <p:attrNameLst>
                                          <p:attrName>style.visibility</p:attrName>
                                        </p:attrNameLst>
                                      </p:cBhvr>
                                      <p:to>
                                        <p:strVal val="visible"/>
                                      </p:to>
                                    </p:set>
                                    <p:animEffect transition="in" filter="fade">
                                      <p:cBhvr>
                                        <p:cTn id="15" dur="1000"/>
                                        <p:tgtEl>
                                          <p:spTgt spid="13315"/>
                                        </p:tgtEl>
                                      </p:cBhvr>
                                    </p:animEffect>
                                    <p:anim calcmode="lin" valueType="num">
                                      <p:cBhvr>
                                        <p:cTn id="16" dur="1000" fill="hold"/>
                                        <p:tgtEl>
                                          <p:spTgt spid="13315"/>
                                        </p:tgtEl>
                                        <p:attrNameLst>
                                          <p:attrName>ppt_x</p:attrName>
                                        </p:attrNameLst>
                                      </p:cBhvr>
                                      <p:tavLst>
                                        <p:tav tm="0">
                                          <p:val>
                                            <p:strVal val="#ppt_x"/>
                                          </p:val>
                                        </p:tav>
                                        <p:tav tm="100000">
                                          <p:val>
                                            <p:strVal val="#ppt_x"/>
                                          </p:val>
                                        </p:tav>
                                      </p:tavLst>
                                    </p:anim>
                                    <p:anim calcmode="lin" valueType="num">
                                      <p:cBhvr>
                                        <p:cTn id="17" dur="1000" fill="hold"/>
                                        <p:tgtEl>
                                          <p:spTgt spid="13315"/>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3318"/>
                                        </p:tgtEl>
                                        <p:attrNameLst>
                                          <p:attrName>style.visibility</p:attrName>
                                        </p:attrNameLst>
                                      </p:cBhvr>
                                      <p:to>
                                        <p:strVal val="visible"/>
                                      </p:to>
                                    </p:set>
                                    <p:animEffect transition="in" filter="fade">
                                      <p:cBhvr>
                                        <p:cTn id="20" dur="1000"/>
                                        <p:tgtEl>
                                          <p:spTgt spid="13318"/>
                                        </p:tgtEl>
                                      </p:cBhvr>
                                    </p:animEffect>
                                    <p:anim calcmode="lin" valueType="num">
                                      <p:cBhvr>
                                        <p:cTn id="21" dur="1000" fill="hold"/>
                                        <p:tgtEl>
                                          <p:spTgt spid="13318"/>
                                        </p:tgtEl>
                                        <p:attrNameLst>
                                          <p:attrName>ppt_x</p:attrName>
                                        </p:attrNameLst>
                                      </p:cBhvr>
                                      <p:tavLst>
                                        <p:tav tm="0">
                                          <p:val>
                                            <p:strVal val="#ppt_x"/>
                                          </p:val>
                                        </p:tav>
                                        <p:tav tm="100000">
                                          <p:val>
                                            <p:strVal val="#ppt_x"/>
                                          </p:val>
                                        </p:tav>
                                      </p:tavLst>
                                    </p:anim>
                                    <p:anim calcmode="lin" valueType="num">
                                      <p:cBhvr>
                                        <p:cTn id="22" dur="1000" fill="hold"/>
                                        <p:tgtEl>
                                          <p:spTgt spid="133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4DCF58B-4C38-2DA6-A353-549E7652887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677175" y="1654494"/>
            <a:ext cx="1779588" cy="1369870"/>
          </a:xfrm>
          <a:prstGeom prst="rect">
            <a:avLst/>
          </a:prstGeom>
        </p:spPr>
      </p:pic>
      <p:pic>
        <p:nvPicPr>
          <p:cNvPr id="11" name="Picture 10">
            <a:extLst>
              <a:ext uri="{FF2B5EF4-FFF2-40B4-BE49-F238E27FC236}">
                <a16:creationId xmlns:a16="http://schemas.microsoft.com/office/drawing/2014/main" id="{24D7B4E2-09EF-87ED-3B89-C467D11F964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905901" y="1662959"/>
            <a:ext cx="2053829" cy="1369219"/>
          </a:xfrm>
          <a:prstGeom prst="rect">
            <a:avLst/>
          </a:prstGeom>
        </p:spPr>
      </p:pic>
      <p:pic>
        <p:nvPicPr>
          <p:cNvPr id="3" name="Picture 2">
            <a:extLst>
              <a:ext uri="{FF2B5EF4-FFF2-40B4-BE49-F238E27FC236}">
                <a16:creationId xmlns:a16="http://schemas.microsoft.com/office/drawing/2014/main" id="{B82B9202-9763-7ABE-4507-F44A6892A008}"/>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53151" y="1665704"/>
            <a:ext cx="1825625" cy="1369219"/>
          </a:xfrm>
          <a:prstGeom prst="rect">
            <a:avLst/>
          </a:prstGeom>
        </p:spPr>
      </p:pic>
      <p:pic>
        <p:nvPicPr>
          <p:cNvPr id="15" name="Picture 14">
            <a:extLst>
              <a:ext uri="{FF2B5EF4-FFF2-40B4-BE49-F238E27FC236}">
                <a16:creationId xmlns:a16="http://schemas.microsoft.com/office/drawing/2014/main" id="{E064B69D-D98F-BB37-5325-D12BDEEA6C4B}"/>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6349986" y="1665705"/>
            <a:ext cx="1779588" cy="1334691"/>
          </a:xfrm>
          <a:prstGeom prst="rect">
            <a:avLst/>
          </a:prstGeom>
        </p:spPr>
      </p:pic>
      <p:sp>
        <p:nvSpPr>
          <p:cNvPr id="11266" name="Title 20">
            <a:extLst>
              <a:ext uri="{FF2B5EF4-FFF2-40B4-BE49-F238E27FC236}">
                <a16:creationId xmlns:a16="http://schemas.microsoft.com/office/drawing/2014/main" id="{2CDDE7B8-4FB9-CF99-1C67-A0F8D162C282}"/>
              </a:ext>
            </a:extLst>
          </p:cNvPr>
          <p:cNvSpPr>
            <a:spLocks noGrp="1" noChangeArrowheads="1"/>
          </p:cNvSpPr>
          <p:nvPr>
            <p:ph type="title"/>
          </p:nvPr>
        </p:nvSpPr>
        <p:spPr>
          <a:xfrm>
            <a:off x="616017" y="671931"/>
            <a:ext cx="10943924" cy="993775"/>
          </a:xfrm>
        </p:spPr>
        <p:txBody>
          <a:bodyPr/>
          <a:lstStyle/>
          <a:p>
            <a:pPr eaLnBrk="1" hangingPunct="1"/>
            <a:r>
              <a:rPr lang="en-GB" altLang="en-US" sz="3600" b="0" dirty="0">
                <a:latin typeface="Twinkl SemiBold" charset="0"/>
              </a:rPr>
              <a:t>Disadvantages of Plastic and Polyethylene</a:t>
            </a:r>
          </a:p>
        </p:txBody>
      </p:sp>
      <p:sp>
        <p:nvSpPr>
          <p:cNvPr id="5" name="Rectangle 4">
            <a:extLst>
              <a:ext uri="{FF2B5EF4-FFF2-40B4-BE49-F238E27FC236}">
                <a16:creationId xmlns:a16="http://schemas.microsoft.com/office/drawing/2014/main" id="{A2AD34C3-93C7-B22A-0A67-152DA5A09D1C}"/>
              </a:ext>
            </a:extLst>
          </p:cNvPr>
          <p:cNvSpPr>
            <a:spLocks noChangeArrowheads="1"/>
          </p:cNvSpPr>
          <p:nvPr/>
        </p:nvSpPr>
        <p:spPr bwMode="auto">
          <a:xfrm>
            <a:off x="1353152" y="3218281"/>
            <a:ext cx="1825625" cy="2638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dirty="0"/>
              <a:t>Many plastics, including polyethylene, are non-biodegradable, meaning they do not break down naturally over time.</a:t>
            </a:r>
            <a:endParaRPr lang="en-GB" altLang="en-US" dirty="0">
              <a:solidFill>
                <a:schemeClr val="tx1"/>
              </a:solidFill>
            </a:endParaRPr>
          </a:p>
        </p:txBody>
      </p:sp>
      <p:sp>
        <p:nvSpPr>
          <p:cNvPr id="4" name="Rectangle 3">
            <a:extLst>
              <a:ext uri="{FF2B5EF4-FFF2-40B4-BE49-F238E27FC236}">
                <a16:creationId xmlns:a16="http://schemas.microsoft.com/office/drawing/2014/main" id="{0395B46C-911A-4047-717F-7467AC475BE6}"/>
              </a:ext>
            </a:extLst>
          </p:cNvPr>
          <p:cNvSpPr>
            <a:spLocks noChangeArrowheads="1"/>
          </p:cNvSpPr>
          <p:nvPr/>
        </p:nvSpPr>
        <p:spPr bwMode="auto">
          <a:xfrm>
            <a:off x="3990038" y="3218281"/>
            <a:ext cx="1687513" cy="2915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dirty="0"/>
              <a:t>The manufacturing of plastics, particularly through processes like polymerization, can contribute to greenhouse gas emissions</a:t>
            </a:r>
            <a:endParaRPr lang="en-GB" altLang="en-US" dirty="0">
              <a:solidFill>
                <a:schemeClr val="tx1"/>
              </a:solidFill>
            </a:endParaRPr>
          </a:p>
        </p:txBody>
      </p:sp>
      <p:sp>
        <p:nvSpPr>
          <p:cNvPr id="6" name="Rectangle 5">
            <a:extLst>
              <a:ext uri="{FF2B5EF4-FFF2-40B4-BE49-F238E27FC236}">
                <a16:creationId xmlns:a16="http://schemas.microsoft.com/office/drawing/2014/main" id="{7CAF7659-6108-BA9D-67CC-F45AA90FF324}"/>
              </a:ext>
            </a:extLst>
          </p:cNvPr>
          <p:cNvSpPr>
            <a:spLocks noChangeArrowheads="1"/>
          </p:cNvSpPr>
          <p:nvPr/>
        </p:nvSpPr>
        <p:spPr bwMode="auto">
          <a:xfrm>
            <a:off x="6349986" y="3218280"/>
            <a:ext cx="1779588" cy="1253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dirty="0"/>
              <a:t>The recycling process for plastic is  expensive.</a:t>
            </a:r>
            <a:endParaRPr lang="en-GB" altLang="en-US" dirty="0">
              <a:solidFill>
                <a:schemeClr val="tx1"/>
              </a:solidFill>
            </a:endParaRPr>
          </a:p>
        </p:txBody>
      </p:sp>
      <p:sp>
        <p:nvSpPr>
          <p:cNvPr id="7" name="Rectangle 6">
            <a:extLst>
              <a:ext uri="{FF2B5EF4-FFF2-40B4-BE49-F238E27FC236}">
                <a16:creationId xmlns:a16="http://schemas.microsoft.com/office/drawing/2014/main" id="{A68C9B46-8714-E660-4757-D5171FCA3F06}"/>
              </a:ext>
            </a:extLst>
          </p:cNvPr>
          <p:cNvSpPr>
            <a:spLocks noChangeArrowheads="1"/>
          </p:cNvSpPr>
          <p:nvPr/>
        </p:nvSpPr>
        <p:spPr bwMode="auto">
          <a:xfrm>
            <a:off x="8660909" y="3218281"/>
            <a:ext cx="1798638" cy="1530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ctr" eaLnBrk="1" hangingPunct="1">
              <a:lnSpc>
                <a:spcPct val="100000"/>
              </a:lnSpc>
              <a:spcBef>
                <a:spcPct val="0"/>
              </a:spcBef>
              <a:buFontTx/>
              <a:buNone/>
            </a:pPr>
            <a:r>
              <a:rPr lang="en-US" dirty="0"/>
              <a:t>Animals that accidentally eat plastic suffer and often die as a result of it.</a:t>
            </a:r>
            <a:endParaRPr lang="en-GB" altLang="en-US" dirty="0">
              <a:solidFill>
                <a:schemeClr val="tx1"/>
              </a:solidFill>
            </a:endParaRPr>
          </a:p>
        </p:txBody>
      </p:sp>
      <p:sp>
        <p:nvSpPr>
          <p:cNvPr id="18" name="Google Shape;2148;p92">
            <a:extLst>
              <a:ext uri="{FF2B5EF4-FFF2-40B4-BE49-F238E27FC236}">
                <a16:creationId xmlns:a16="http://schemas.microsoft.com/office/drawing/2014/main" id="{B442F300-3540-CD4D-0AEF-EF5018424AB6}"/>
              </a:ext>
            </a:extLst>
          </p:cNvPr>
          <p:cNvSpPr/>
          <p:nvPr/>
        </p:nvSpPr>
        <p:spPr>
          <a:xfrm>
            <a:off x="995326" y="591038"/>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2149;p92">
            <a:extLst>
              <a:ext uri="{FF2B5EF4-FFF2-40B4-BE49-F238E27FC236}">
                <a16:creationId xmlns:a16="http://schemas.microsoft.com/office/drawing/2014/main" id="{760288BB-257E-2948-55CE-96037DE0EEBA}"/>
              </a:ext>
            </a:extLst>
          </p:cNvPr>
          <p:cNvSpPr/>
          <p:nvPr/>
        </p:nvSpPr>
        <p:spPr>
          <a:xfrm>
            <a:off x="1006344" y="839648"/>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84;p85">
            <a:extLst>
              <a:ext uri="{FF2B5EF4-FFF2-40B4-BE49-F238E27FC236}">
                <a16:creationId xmlns:a16="http://schemas.microsoft.com/office/drawing/2014/main" id="{373CB989-D464-EC46-78E4-BEA5BDED822B}"/>
              </a:ext>
            </a:extLst>
          </p:cNvPr>
          <p:cNvSpPr/>
          <p:nvPr/>
        </p:nvSpPr>
        <p:spPr>
          <a:xfrm>
            <a:off x="699711" y="75054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6888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18"/>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9"/>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20"/>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1266"/>
                                        </p:tgtEl>
                                        <p:attrNameLst>
                                          <p:attrName>style.visibility</p:attrName>
                                        </p:attrNameLst>
                                      </p:cBhvr>
                                      <p:to>
                                        <p:strVal val="visible"/>
                                      </p:to>
                                    </p:set>
                                    <p:animEffect transition="in" filter="fade">
                                      <p:cBhvr>
                                        <p:cTn id="14" dur="1000"/>
                                        <p:tgtEl>
                                          <p:spTgt spid="11266"/>
                                        </p:tgtEl>
                                      </p:cBhvr>
                                    </p:animEffect>
                                    <p:anim calcmode="lin" valueType="num">
                                      <p:cBhvr>
                                        <p:cTn id="15" dur="1000" fill="hold"/>
                                        <p:tgtEl>
                                          <p:spTgt spid="11266"/>
                                        </p:tgtEl>
                                        <p:attrNameLst>
                                          <p:attrName>ppt_x</p:attrName>
                                        </p:attrNameLst>
                                      </p:cBhvr>
                                      <p:tavLst>
                                        <p:tav tm="0">
                                          <p:val>
                                            <p:strVal val="#ppt_x"/>
                                          </p:val>
                                        </p:tav>
                                        <p:tav tm="100000">
                                          <p:val>
                                            <p:strVal val="#ppt_x"/>
                                          </p:val>
                                        </p:tav>
                                      </p:tavLst>
                                    </p:anim>
                                    <p:anim calcmode="lin" valueType="num">
                                      <p:cBhvr>
                                        <p:cTn id="16"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par>
                                <p:cTn id="22" presetID="10"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5" grpId="0"/>
      <p:bldP spid="4"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0">
            <a:extLst>
              <a:ext uri="{FF2B5EF4-FFF2-40B4-BE49-F238E27FC236}">
                <a16:creationId xmlns:a16="http://schemas.microsoft.com/office/drawing/2014/main" id="{FF936123-F38A-7ADF-2907-004FAB99B49C}"/>
              </a:ext>
            </a:extLst>
          </p:cNvPr>
          <p:cNvSpPr>
            <a:spLocks noGrp="1" noChangeArrowheads="1"/>
          </p:cNvSpPr>
          <p:nvPr>
            <p:ph type="title"/>
          </p:nvPr>
        </p:nvSpPr>
        <p:spPr>
          <a:xfrm>
            <a:off x="1981201" y="479426"/>
            <a:ext cx="8220075" cy="993775"/>
          </a:xfrm>
        </p:spPr>
        <p:txBody>
          <a:bodyPr/>
          <a:lstStyle/>
          <a:p>
            <a:pPr eaLnBrk="1" hangingPunct="1"/>
            <a:r>
              <a:rPr lang="en-GB" altLang="en-US" sz="3600" b="0" dirty="0">
                <a:latin typeface="Twinkl SemiBold" charset="0"/>
              </a:rPr>
              <a:t>Plastic and the Environment</a:t>
            </a:r>
          </a:p>
        </p:txBody>
      </p:sp>
      <p:sp>
        <p:nvSpPr>
          <p:cNvPr id="14343" name="Rectangle 11">
            <a:extLst>
              <a:ext uri="{FF2B5EF4-FFF2-40B4-BE49-F238E27FC236}">
                <a16:creationId xmlns:a16="http://schemas.microsoft.com/office/drawing/2014/main" id="{96995DDD-A680-FB09-134C-DAD251BE2EF1}"/>
              </a:ext>
            </a:extLst>
          </p:cNvPr>
          <p:cNvSpPr>
            <a:spLocks noChangeArrowheads="1"/>
          </p:cNvSpPr>
          <p:nvPr/>
        </p:nvSpPr>
        <p:spPr bwMode="auto">
          <a:xfrm>
            <a:off x="1337912" y="1329325"/>
            <a:ext cx="5322770" cy="38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The biggest problem with unwanted plastic is the pollution and damage it causes the environment. </a:t>
            </a:r>
          </a:p>
          <a:p>
            <a:pPr algn="just" eaLnBrk="1" hangingPunct="1">
              <a:lnSpc>
                <a:spcPct val="100000"/>
              </a:lnSpc>
              <a:spcBef>
                <a:spcPct val="0"/>
              </a:spcBef>
              <a:buFontTx/>
              <a:buNone/>
            </a:pPr>
            <a:endParaRPr lang="en-GB" altLang="en-US" sz="2400" dirty="0">
              <a:solidFill>
                <a:schemeClr val="tx1"/>
              </a:solidFill>
            </a:endParaRPr>
          </a:p>
          <a:p>
            <a:pPr algn="just" eaLnBrk="1" hangingPunct="1">
              <a:lnSpc>
                <a:spcPct val="100000"/>
              </a:lnSpc>
              <a:spcBef>
                <a:spcPct val="0"/>
              </a:spcBef>
              <a:buFontTx/>
              <a:buNone/>
            </a:pPr>
            <a:r>
              <a:rPr lang="en-GB" altLang="en-US" sz="2400" dirty="0">
                <a:solidFill>
                  <a:schemeClr val="tx1"/>
                </a:solidFill>
              </a:rPr>
              <a:t>Plastic breaks into tiny pieces, which then get blown around by the wind and the rain. </a:t>
            </a:r>
          </a:p>
          <a:p>
            <a:pPr algn="just" eaLnBrk="1" hangingPunct="1">
              <a:lnSpc>
                <a:spcPct val="100000"/>
              </a:lnSpc>
              <a:spcBef>
                <a:spcPct val="0"/>
              </a:spcBef>
              <a:buFontTx/>
              <a:buNone/>
            </a:pPr>
            <a:endParaRPr lang="en-GB" altLang="en-US" sz="2400" dirty="0">
              <a:solidFill>
                <a:schemeClr val="tx1"/>
              </a:solidFill>
            </a:endParaRPr>
          </a:p>
          <a:p>
            <a:pPr algn="just" eaLnBrk="1" hangingPunct="1">
              <a:lnSpc>
                <a:spcPct val="100000"/>
              </a:lnSpc>
              <a:spcBef>
                <a:spcPct val="0"/>
              </a:spcBef>
              <a:buFontTx/>
              <a:buNone/>
            </a:pPr>
            <a:r>
              <a:rPr lang="en-GB" altLang="en-US" sz="2400" dirty="0">
                <a:solidFill>
                  <a:schemeClr val="tx1"/>
                </a:solidFill>
              </a:rPr>
              <a:t>It ends up in our streams, rivers and the ocean.</a:t>
            </a:r>
          </a:p>
        </p:txBody>
      </p:sp>
      <p:pic>
        <p:nvPicPr>
          <p:cNvPr id="14344" name="Picture 13">
            <a:extLst>
              <a:ext uri="{FF2B5EF4-FFF2-40B4-BE49-F238E27FC236}">
                <a16:creationId xmlns:a16="http://schemas.microsoft.com/office/drawing/2014/main" id="{7AC1A228-374E-E2B9-F2F0-BFC7B59D7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863" r="15730"/>
          <a:stretch>
            <a:fillRect/>
          </a:stretch>
        </p:blipFill>
        <p:spPr bwMode="auto">
          <a:xfrm>
            <a:off x="6866339" y="1364300"/>
            <a:ext cx="4433720" cy="376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2148;p92">
            <a:extLst>
              <a:ext uri="{FF2B5EF4-FFF2-40B4-BE49-F238E27FC236}">
                <a16:creationId xmlns:a16="http://schemas.microsoft.com/office/drawing/2014/main" id="{4444C2DB-1E6D-2053-A1A3-32D0C6E19028}"/>
              </a:ext>
            </a:extLst>
          </p:cNvPr>
          <p:cNvSpPr/>
          <p:nvPr/>
        </p:nvSpPr>
        <p:spPr>
          <a:xfrm>
            <a:off x="1063765" y="5967386"/>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149;p92">
            <a:extLst>
              <a:ext uri="{FF2B5EF4-FFF2-40B4-BE49-F238E27FC236}">
                <a16:creationId xmlns:a16="http://schemas.microsoft.com/office/drawing/2014/main" id="{B5A80B19-1256-80D4-565A-C4AF82EA3318}"/>
              </a:ext>
            </a:extLst>
          </p:cNvPr>
          <p:cNvSpPr/>
          <p:nvPr/>
        </p:nvSpPr>
        <p:spPr>
          <a:xfrm>
            <a:off x="11161761" y="593004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84;p85">
            <a:extLst>
              <a:ext uri="{FF2B5EF4-FFF2-40B4-BE49-F238E27FC236}">
                <a16:creationId xmlns:a16="http://schemas.microsoft.com/office/drawing/2014/main" id="{92C5D145-A065-74D9-30B4-0F07EC296CFE}"/>
              </a:ext>
            </a:extLst>
          </p:cNvPr>
          <p:cNvSpPr/>
          <p:nvPr/>
        </p:nvSpPr>
        <p:spPr>
          <a:xfrm>
            <a:off x="773230" y="6017333"/>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3"/>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4"/>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5"/>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4338"/>
                                        </p:tgtEl>
                                        <p:attrNameLst>
                                          <p:attrName>style.visibility</p:attrName>
                                        </p:attrNameLst>
                                      </p:cBhvr>
                                      <p:to>
                                        <p:strVal val="visible"/>
                                      </p:to>
                                    </p:set>
                                    <p:animEffect transition="in" filter="fade">
                                      <p:cBhvr>
                                        <p:cTn id="14" dur="1000"/>
                                        <p:tgtEl>
                                          <p:spTgt spid="14338"/>
                                        </p:tgtEl>
                                      </p:cBhvr>
                                    </p:animEffect>
                                    <p:anim calcmode="lin" valueType="num">
                                      <p:cBhvr>
                                        <p:cTn id="15" dur="1000" fill="hold"/>
                                        <p:tgtEl>
                                          <p:spTgt spid="14338"/>
                                        </p:tgtEl>
                                        <p:attrNameLst>
                                          <p:attrName>ppt_x</p:attrName>
                                        </p:attrNameLst>
                                      </p:cBhvr>
                                      <p:tavLst>
                                        <p:tav tm="0">
                                          <p:val>
                                            <p:strVal val="#ppt_x"/>
                                          </p:val>
                                        </p:tav>
                                        <p:tav tm="100000">
                                          <p:val>
                                            <p:strVal val="#ppt_x"/>
                                          </p:val>
                                        </p:tav>
                                      </p:tavLst>
                                    </p:anim>
                                    <p:anim calcmode="lin" valueType="num">
                                      <p:cBhvr>
                                        <p:cTn id="16" dur="1000" fill="hold"/>
                                        <p:tgtEl>
                                          <p:spTgt spid="1433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343"/>
                                        </p:tgtEl>
                                        <p:attrNameLst>
                                          <p:attrName>style.visibility</p:attrName>
                                        </p:attrNameLst>
                                      </p:cBhvr>
                                      <p:to>
                                        <p:strVal val="visible"/>
                                      </p:to>
                                    </p:set>
                                    <p:animEffect transition="in" filter="fade">
                                      <p:cBhvr>
                                        <p:cTn id="19" dur="1000"/>
                                        <p:tgtEl>
                                          <p:spTgt spid="14343"/>
                                        </p:tgtEl>
                                      </p:cBhvr>
                                    </p:animEffect>
                                    <p:anim calcmode="lin" valueType="num">
                                      <p:cBhvr>
                                        <p:cTn id="20" dur="1000" fill="hold"/>
                                        <p:tgtEl>
                                          <p:spTgt spid="14343"/>
                                        </p:tgtEl>
                                        <p:attrNameLst>
                                          <p:attrName>ppt_x</p:attrName>
                                        </p:attrNameLst>
                                      </p:cBhvr>
                                      <p:tavLst>
                                        <p:tav tm="0">
                                          <p:val>
                                            <p:strVal val="#ppt_x"/>
                                          </p:val>
                                        </p:tav>
                                        <p:tav tm="100000">
                                          <p:val>
                                            <p:strVal val="#ppt_x"/>
                                          </p:val>
                                        </p:tav>
                                      </p:tavLst>
                                    </p:anim>
                                    <p:anim calcmode="lin" valueType="num">
                                      <p:cBhvr>
                                        <p:cTn id="21" dur="1000" fill="hold"/>
                                        <p:tgtEl>
                                          <p:spTgt spid="1434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4344"/>
                                        </p:tgtEl>
                                        <p:attrNameLst>
                                          <p:attrName>style.visibility</p:attrName>
                                        </p:attrNameLst>
                                      </p:cBhvr>
                                      <p:to>
                                        <p:strVal val="visible"/>
                                      </p:to>
                                    </p:set>
                                    <p:animEffect transition="in" filter="fade">
                                      <p:cBhvr>
                                        <p:cTn id="24" dur="1000"/>
                                        <p:tgtEl>
                                          <p:spTgt spid="14344"/>
                                        </p:tgtEl>
                                      </p:cBhvr>
                                    </p:animEffect>
                                    <p:anim calcmode="lin" valueType="num">
                                      <p:cBhvr>
                                        <p:cTn id="25" dur="1000" fill="hold"/>
                                        <p:tgtEl>
                                          <p:spTgt spid="14344"/>
                                        </p:tgtEl>
                                        <p:attrNameLst>
                                          <p:attrName>ppt_x</p:attrName>
                                        </p:attrNameLst>
                                      </p:cBhvr>
                                      <p:tavLst>
                                        <p:tav tm="0">
                                          <p:val>
                                            <p:strVal val="#ppt_x"/>
                                          </p:val>
                                        </p:tav>
                                        <p:tav tm="100000">
                                          <p:val>
                                            <p:strVal val="#ppt_x"/>
                                          </p:val>
                                        </p:tav>
                                      </p:tavLst>
                                    </p:anim>
                                    <p:anim calcmode="lin" valueType="num">
                                      <p:cBhvr>
                                        <p:cTn id="26" dur="1000" fill="hold"/>
                                        <p:tgtEl>
                                          <p:spTgt spid="143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20">
            <a:extLst>
              <a:ext uri="{FF2B5EF4-FFF2-40B4-BE49-F238E27FC236}">
                <a16:creationId xmlns:a16="http://schemas.microsoft.com/office/drawing/2014/main" id="{C01043C7-A3CB-C75A-CF31-CC3968C47C9D}"/>
              </a:ext>
            </a:extLst>
          </p:cNvPr>
          <p:cNvSpPr>
            <a:spLocks noGrp="1" noChangeArrowheads="1"/>
          </p:cNvSpPr>
          <p:nvPr>
            <p:ph type="title"/>
          </p:nvPr>
        </p:nvSpPr>
        <p:spPr>
          <a:xfrm>
            <a:off x="1981201" y="479426"/>
            <a:ext cx="8220075" cy="993775"/>
          </a:xfrm>
        </p:spPr>
        <p:txBody>
          <a:bodyPr/>
          <a:lstStyle/>
          <a:p>
            <a:pPr eaLnBrk="1" hangingPunct="1"/>
            <a:r>
              <a:rPr lang="en-GB" altLang="en-US" sz="3600" b="0" dirty="0">
                <a:latin typeface="Twinkl SemiBold" charset="0"/>
              </a:rPr>
              <a:t>Plastic Pollution</a:t>
            </a:r>
          </a:p>
        </p:txBody>
      </p:sp>
      <p:sp>
        <p:nvSpPr>
          <p:cNvPr id="12" name="Rectangle 11">
            <a:extLst>
              <a:ext uri="{FF2B5EF4-FFF2-40B4-BE49-F238E27FC236}">
                <a16:creationId xmlns:a16="http://schemas.microsoft.com/office/drawing/2014/main" id="{809BF591-7EB6-4BBB-E4D9-6BE53B52ABB3}"/>
              </a:ext>
            </a:extLst>
          </p:cNvPr>
          <p:cNvSpPr>
            <a:spLocks noChangeArrowheads="1"/>
          </p:cNvSpPr>
          <p:nvPr/>
        </p:nvSpPr>
        <p:spPr bwMode="auto">
          <a:xfrm>
            <a:off x="2208214" y="3626690"/>
            <a:ext cx="7680325"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All living things should be able to live free from pollution and harm from plastics. So, what can we do?</a:t>
            </a:r>
          </a:p>
        </p:txBody>
      </p:sp>
      <p:pic>
        <p:nvPicPr>
          <p:cNvPr id="4" name="Picture 3">
            <a:extLst>
              <a:ext uri="{FF2B5EF4-FFF2-40B4-BE49-F238E27FC236}">
                <a16:creationId xmlns:a16="http://schemas.microsoft.com/office/drawing/2014/main" id="{7C6A515A-73C1-C0EC-2ACB-6135A96BD3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4" y="1612900"/>
            <a:ext cx="27146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07205B12-2914-8F5B-3ADE-45DC59E95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75" y="1612900"/>
            <a:ext cx="24590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BB1F229F-E180-11F8-FC59-4B21A7D3B6A7}"/>
              </a:ext>
            </a:extLst>
          </p:cNvPr>
          <p:cNvSpPr/>
          <p:nvPr/>
        </p:nvSpPr>
        <p:spPr>
          <a:xfrm>
            <a:off x="2208214" y="6605588"/>
            <a:ext cx="7680325" cy="252412"/>
          </a:xfrm>
          <a:prstGeom prst="rect">
            <a:avLst/>
          </a:prstGeom>
        </p:spPr>
        <p:txBody>
          <a:bodyPr lIns="0" tIns="72000" rIns="0" bIns="72000">
            <a:spAutoFit/>
          </a:bodyPr>
          <a:lstStyle/>
          <a:p>
            <a:pPr algn="ctr" eaLnBrk="1" fontAlgn="auto" hangingPunct="1">
              <a:spcBef>
                <a:spcPts val="0"/>
              </a:spcBef>
              <a:spcAft>
                <a:spcPts val="0"/>
              </a:spcAft>
              <a:defRPr/>
            </a:pPr>
            <a:r>
              <a:rPr lang="en-GB" sz="700" dirty="0">
                <a:solidFill>
                  <a:schemeClr val="bg1">
                    <a:lumMod val="75000"/>
                  </a:schemeClr>
                </a:solidFill>
                <a:latin typeface="Tuffy" panose="020B0603060100000000" pitchFamily="34" charset="0"/>
                <a:ea typeface="Tuffy" panose="020B0603060100000000" pitchFamily="34" charset="0"/>
              </a:rPr>
              <a:t>Photo courtesy of Ingrid </a:t>
            </a:r>
            <a:r>
              <a:rPr lang="en-GB" sz="700" dirty="0" err="1">
                <a:solidFill>
                  <a:schemeClr val="bg1">
                    <a:lumMod val="75000"/>
                  </a:schemeClr>
                </a:solidFill>
                <a:latin typeface="Tuffy" panose="020B0603060100000000" pitchFamily="34" charset="0"/>
                <a:ea typeface="Tuffy" panose="020B0603060100000000" pitchFamily="34" charset="0"/>
              </a:rPr>
              <a:t>Taylar</a:t>
            </a:r>
            <a:r>
              <a:rPr lang="en-GB" sz="700" dirty="0">
                <a:solidFill>
                  <a:schemeClr val="bg1">
                    <a:lumMod val="75000"/>
                  </a:schemeClr>
                </a:solidFill>
                <a:latin typeface="Tuffy" panose="020B0603060100000000" pitchFamily="34" charset="0"/>
                <a:ea typeface="Tuffy" panose="020B0603060100000000" pitchFamily="34" charset="0"/>
              </a:rPr>
              <a:t> (@flickr.com) - granted under creative commons licence - attribution</a:t>
            </a:r>
          </a:p>
        </p:txBody>
      </p:sp>
      <p:pic>
        <p:nvPicPr>
          <p:cNvPr id="8" name="Picture 7">
            <a:extLst>
              <a:ext uri="{FF2B5EF4-FFF2-40B4-BE49-F238E27FC236}">
                <a16:creationId xmlns:a16="http://schemas.microsoft.com/office/drawing/2014/main" id="{F03AA399-07EE-B783-0D85-1E4145AF8C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7302"/>
          <a:stretch>
            <a:fillRect/>
          </a:stretch>
        </p:blipFill>
        <p:spPr bwMode="auto">
          <a:xfrm>
            <a:off x="7727950" y="1612900"/>
            <a:ext cx="22558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2148;p92">
            <a:extLst>
              <a:ext uri="{FF2B5EF4-FFF2-40B4-BE49-F238E27FC236}">
                <a16:creationId xmlns:a16="http://schemas.microsoft.com/office/drawing/2014/main" id="{2B26729D-5F77-F9D5-2351-0FAB5C928FD7}"/>
              </a:ext>
            </a:extLst>
          </p:cNvPr>
          <p:cNvSpPr/>
          <p:nvPr/>
        </p:nvSpPr>
        <p:spPr>
          <a:xfrm>
            <a:off x="11101845" y="5607049"/>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2149;p92">
            <a:extLst>
              <a:ext uri="{FF2B5EF4-FFF2-40B4-BE49-F238E27FC236}">
                <a16:creationId xmlns:a16="http://schemas.microsoft.com/office/drawing/2014/main" id="{18834574-64EA-FEDF-AED3-B60BCBC4F718}"/>
              </a:ext>
            </a:extLst>
          </p:cNvPr>
          <p:cNvSpPr/>
          <p:nvPr/>
        </p:nvSpPr>
        <p:spPr>
          <a:xfrm>
            <a:off x="11225261" y="589194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84;p85">
            <a:extLst>
              <a:ext uri="{FF2B5EF4-FFF2-40B4-BE49-F238E27FC236}">
                <a16:creationId xmlns:a16="http://schemas.microsoft.com/office/drawing/2014/main" id="{81D4427E-FA7C-69B0-9FEC-191987CC196F}"/>
              </a:ext>
            </a:extLst>
          </p:cNvPr>
          <p:cNvSpPr/>
          <p:nvPr/>
        </p:nvSpPr>
        <p:spPr>
          <a:xfrm>
            <a:off x="10938929" y="582598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3"/>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5"/>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7"/>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5362"/>
                                        </p:tgtEl>
                                        <p:attrNameLst>
                                          <p:attrName>style.visibility</p:attrName>
                                        </p:attrNameLst>
                                      </p:cBhvr>
                                      <p:to>
                                        <p:strVal val="visible"/>
                                      </p:to>
                                    </p:set>
                                    <p:animEffect transition="in" filter="fade">
                                      <p:cBhvr>
                                        <p:cTn id="14" dur="1000"/>
                                        <p:tgtEl>
                                          <p:spTgt spid="15362"/>
                                        </p:tgtEl>
                                      </p:cBhvr>
                                    </p:animEffect>
                                    <p:anim calcmode="lin" valueType="num">
                                      <p:cBhvr>
                                        <p:cTn id="15" dur="1000" fill="hold"/>
                                        <p:tgtEl>
                                          <p:spTgt spid="15362"/>
                                        </p:tgtEl>
                                        <p:attrNameLst>
                                          <p:attrName>ppt_x</p:attrName>
                                        </p:attrNameLst>
                                      </p:cBhvr>
                                      <p:tavLst>
                                        <p:tav tm="0">
                                          <p:val>
                                            <p:strVal val="#ppt_x"/>
                                          </p:val>
                                        </p:tav>
                                        <p:tav tm="100000">
                                          <p:val>
                                            <p:strVal val="#ppt_x"/>
                                          </p:val>
                                        </p:tav>
                                      </p:tavLst>
                                    </p:anim>
                                    <p:anim calcmode="lin" valueType="num">
                                      <p:cBhvr>
                                        <p:cTn id="16"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2" grpId="0"/>
      <p:bldP spid="12"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0">
            <a:extLst>
              <a:ext uri="{FF2B5EF4-FFF2-40B4-BE49-F238E27FC236}">
                <a16:creationId xmlns:a16="http://schemas.microsoft.com/office/drawing/2014/main" id="{CBB13A30-DCD4-7727-327D-F68F3AF7D918}"/>
              </a:ext>
            </a:extLst>
          </p:cNvPr>
          <p:cNvSpPr txBox="1">
            <a:spLocks noChangeArrowheads="1"/>
          </p:cNvSpPr>
          <p:nvPr/>
        </p:nvSpPr>
        <p:spPr bwMode="auto">
          <a:xfrm>
            <a:off x="1981201" y="373548"/>
            <a:ext cx="8220075" cy="993775"/>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anchor="ctr" anchorCtr="1" compatLnSpc="1">
            <a:prstTxWarp prst="textNoShape">
              <a:avLst/>
            </a:prstTxWarp>
            <a:noAutofit/>
          </a:bodyPr>
          <a:lstStyle>
            <a:lvl1pPr algn="l" rtl="0" eaLnBrk="0" fontAlgn="base" hangingPunct="0">
              <a:lnSpc>
                <a:spcPct val="90000"/>
              </a:lnSpc>
              <a:spcBef>
                <a:spcPct val="0"/>
              </a:spcBef>
              <a:spcAft>
                <a:spcPct val="0"/>
              </a:spcAft>
              <a:defRPr sz="4000" b="1" kern="1200">
                <a:solidFill>
                  <a:srgbClr val="1C1C1C"/>
                </a:solidFill>
                <a:latin typeface="Twinkl SemiBold" pitchFamily="2" charset="0"/>
                <a:ea typeface="+mj-ea"/>
                <a:cs typeface="+mj-cs"/>
              </a:defRPr>
            </a:lvl1pPr>
            <a:lvl2pPr algn="l" rtl="0" eaLnBrk="0" fontAlgn="base" hangingPunct="0">
              <a:lnSpc>
                <a:spcPct val="90000"/>
              </a:lnSpc>
              <a:spcBef>
                <a:spcPct val="0"/>
              </a:spcBef>
              <a:spcAft>
                <a:spcPct val="0"/>
              </a:spcAft>
              <a:defRPr sz="4000" b="1">
                <a:solidFill>
                  <a:srgbClr val="1C1C1C"/>
                </a:solidFill>
                <a:latin typeface="Twinkl" pitchFamily="2" charset="0"/>
              </a:defRPr>
            </a:lvl2pPr>
            <a:lvl3pPr algn="l" rtl="0" eaLnBrk="0" fontAlgn="base" hangingPunct="0">
              <a:lnSpc>
                <a:spcPct val="90000"/>
              </a:lnSpc>
              <a:spcBef>
                <a:spcPct val="0"/>
              </a:spcBef>
              <a:spcAft>
                <a:spcPct val="0"/>
              </a:spcAft>
              <a:defRPr sz="4000" b="1">
                <a:solidFill>
                  <a:srgbClr val="1C1C1C"/>
                </a:solidFill>
                <a:latin typeface="Twinkl" pitchFamily="2" charset="0"/>
              </a:defRPr>
            </a:lvl3pPr>
            <a:lvl4pPr algn="l" rtl="0" eaLnBrk="0" fontAlgn="base" hangingPunct="0">
              <a:lnSpc>
                <a:spcPct val="90000"/>
              </a:lnSpc>
              <a:spcBef>
                <a:spcPct val="0"/>
              </a:spcBef>
              <a:spcAft>
                <a:spcPct val="0"/>
              </a:spcAft>
              <a:defRPr sz="4000" b="1">
                <a:solidFill>
                  <a:srgbClr val="1C1C1C"/>
                </a:solidFill>
                <a:latin typeface="Twinkl" pitchFamily="2" charset="0"/>
              </a:defRPr>
            </a:lvl4pPr>
            <a:lvl5pPr algn="l" rtl="0" eaLnBrk="0" fontAlgn="base" hangingPunct="0">
              <a:lnSpc>
                <a:spcPct val="90000"/>
              </a:lnSpc>
              <a:spcBef>
                <a:spcPct val="0"/>
              </a:spcBef>
              <a:spcAft>
                <a:spcPct val="0"/>
              </a:spcAft>
              <a:defRPr sz="4000" b="1">
                <a:solidFill>
                  <a:srgbClr val="1C1C1C"/>
                </a:solidFill>
                <a:latin typeface="Twinkl" pitchFamily="2" charset="0"/>
              </a:defRPr>
            </a:lvl5pPr>
            <a:lvl6pPr marL="457200" algn="l" rtl="0" fontAlgn="base">
              <a:lnSpc>
                <a:spcPct val="90000"/>
              </a:lnSpc>
              <a:spcBef>
                <a:spcPct val="0"/>
              </a:spcBef>
              <a:spcAft>
                <a:spcPct val="0"/>
              </a:spcAft>
              <a:defRPr sz="4000" b="1">
                <a:solidFill>
                  <a:srgbClr val="1C1C1C"/>
                </a:solidFill>
                <a:latin typeface="Twinkl" pitchFamily="2" charset="0"/>
              </a:defRPr>
            </a:lvl6pPr>
            <a:lvl7pPr marL="914400" algn="l" rtl="0" fontAlgn="base">
              <a:lnSpc>
                <a:spcPct val="90000"/>
              </a:lnSpc>
              <a:spcBef>
                <a:spcPct val="0"/>
              </a:spcBef>
              <a:spcAft>
                <a:spcPct val="0"/>
              </a:spcAft>
              <a:defRPr sz="4000" b="1">
                <a:solidFill>
                  <a:srgbClr val="1C1C1C"/>
                </a:solidFill>
                <a:latin typeface="Twinkl" pitchFamily="2" charset="0"/>
              </a:defRPr>
            </a:lvl7pPr>
            <a:lvl8pPr marL="1371600" algn="l" rtl="0" fontAlgn="base">
              <a:lnSpc>
                <a:spcPct val="90000"/>
              </a:lnSpc>
              <a:spcBef>
                <a:spcPct val="0"/>
              </a:spcBef>
              <a:spcAft>
                <a:spcPct val="0"/>
              </a:spcAft>
              <a:defRPr sz="4000" b="1">
                <a:solidFill>
                  <a:srgbClr val="1C1C1C"/>
                </a:solidFill>
                <a:latin typeface="Twinkl" pitchFamily="2" charset="0"/>
              </a:defRPr>
            </a:lvl8pPr>
            <a:lvl9pPr marL="1828800" algn="l" rtl="0" fontAlgn="base">
              <a:lnSpc>
                <a:spcPct val="90000"/>
              </a:lnSpc>
              <a:spcBef>
                <a:spcPct val="0"/>
              </a:spcBef>
              <a:spcAft>
                <a:spcPct val="0"/>
              </a:spcAft>
              <a:defRPr sz="4000" b="1">
                <a:solidFill>
                  <a:srgbClr val="1C1C1C"/>
                </a:solidFill>
                <a:latin typeface="Twinkl" pitchFamily="2" charset="0"/>
              </a:defRPr>
            </a:lvl9pPr>
          </a:lstStyle>
          <a:p>
            <a:pPr eaLnBrk="1" hangingPunct="1"/>
            <a:r>
              <a:rPr lang="en-GB" altLang="en-US" sz="3600" b="0" dirty="0">
                <a:latin typeface="Twinkl SemiBold" charset="0"/>
              </a:rPr>
              <a:t>Our Responsibility</a:t>
            </a:r>
          </a:p>
        </p:txBody>
      </p:sp>
      <p:pic>
        <p:nvPicPr>
          <p:cNvPr id="5" name="Picture 4">
            <a:extLst>
              <a:ext uri="{FF2B5EF4-FFF2-40B4-BE49-F238E27FC236}">
                <a16:creationId xmlns:a16="http://schemas.microsoft.com/office/drawing/2014/main" id="{353D0B2F-2C12-6B80-40F9-2C8147C8BDF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012782" y="1243680"/>
            <a:ext cx="2166436" cy="2119339"/>
          </a:xfrm>
          <a:prstGeom prst="rect">
            <a:avLst/>
          </a:prstGeom>
        </p:spPr>
      </p:pic>
      <p:sp>
        <p:nvSpPr>
          <p:cNvPr id="7" name="Rectangle 11">
            <a:extLst>
              <a:ext uri="{FF2B5EF4-FFF2-40B4-BE49-F238E27FC236}">
                <a16:creationId xmlns:a16="http://schemas.microsoft.com/office/drawing/2014/main" id="{12822F54-24B7-75F3-15B4-A44931F1E50A}"/>
              </a:ext>
            </a:extLst>
          </p:cNvPr>
          <p:cNvSpPr>
            <a:spLocks noChangeArrowheads="1"/>
          </p:cNvSpPr>
          <p:nvPr/>
        </p:nvSpPr>
        <p:spPr bwMode="auto">
          <a:xfrm>
            <a:off x="1039527" y="3420769"/>
            <a:ext cx="7045694" cy="26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marL="457200" indent="-457200" algn="l">
              <a:buFont typeface="+mj-lt"/>
              <a:buAutoNum type="arabicPeriod"/>
            </a:pPr>
            <a:r>
              <a:rPr lang="en-US" sz="2400" dirty="0">
                <a:solidFill>
                  <a:srgbClr val="00B050"/>
                </a:solidFill>
              </a:rPr>
              <a:t>Reduce</a:t>
            </a:r>
            <a:r>
              <a:rPr lang="en-US" sz="2400" dirty="0">
                <a:solidFill>
                  <a:schemeClr val="tx1"/>
                </a:solidFill>
              </a:rPr>
              <a:t> – The First “R” of Waste Hierarchy: -</a:t>
            </a:r>
          </a:p>
          <a:p>
            <a:pPr algn="just">
              <a:buNone/>
            </a:pPr>
            <a:r>
              <a:rPr lang="en-US" sz="2400" dirty="0">
                <a:solidFill>
                  <a:schemeClr val="tx1"/>
                </a:solidFill>
              </a:rPr>
              <a:t>	The first R in the waste hierarchy is “Reduce.” 	The crucial thing in the waste management 	procedure is to maintain a perfect balance in 	consumption and recycle &amp; reuse. If the 	consumption is less, the rate of recycling or 	reuse will also be less.</a:t>
            </a:r>
          </a:p>
        </p:txBody>
      </p:sp>
      <p:pic>
        <p:nvPicPr>
          <p:cNvPr id="28674" name="Picture 2" descr="environment-3Rs-Reduce">
            <a:extLst>
              <a:ext uri="{FF2B5EF4-FFF2-40B4-BE49-F238E27FC236}">
                <a16:creationId xmlns:a16="http://schemas.microsoft.com/office/drawing/2014/main" id="{092353EB-87D3-588A-00A2-DC586B91B1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0980" y="3315628"/>
            <a:ext cx="2961374" cy="296137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148;p92">
            <a:extLst>
              <a:ext uri="{FF2B5EF4-FFF2-40B4-BE49-F238E27FC236}">
                <a16:creationId xmlns:a16="http://schemas.microsoft.com/office/drawing/2014/main" id="{B7922A36-7289-FA9E-34D3-4DCAAD69750A}"/>
              </a:ext>
            </a:extLst>
          </p:cNvPr>
          <p:cNvSpPr/>
          <p:nvPr/>
        </p:nvSpPr>
        <p:spPr>
          <a:xfrm>
            <a:off x="902108" y="5903621"/>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2149;p92">
            <a:extLst>
              <a:ext uri="{FF2B5EF4-FFF2-40B4-BE49-F238E27FC236}">
                <a16:creationId xmlns:a16="http://schemas.microsoft.com/office/drawing/2014/main" id="{9553D7B0-FB64-A4D0-D2E8-D1BF23199F09}"/>
              </a:ext>
            </a:extLst>
          </p:cNvPr>
          <p:cNvSpPr/>
          <p:nvPr/>
        </p:nvSpPr>
        <p:spPr>
          <a:xfrm>
            <a:off x="11029594" y="87043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84;p85">
            <a:extLst>
              <a:ext uri="{FF2B5EF4-FFF2-40B4-BE49-F238E27FC236}">
                <a16:creationId xmlns:a16="http://schemas.microsoft.com/office/drawing/2014/main" id="{3F227E89-B470-E6AF-DE2E-D228B59A9F68}"/>
              </a:ext>
            </a:extLst>
          </p:cNvPr>
          <p:cNvSpPr/>
          <p:nvPr/>
        </p:nvSpPr>
        <p:spPr>
          <a:xfrm>
            <a:off x="902108" y="586019"/>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86063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8"/>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9"/>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10"/>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8674"/>
                                        </p:tgtEl>
                                        <p:attrNameLst>
                                          <p:attrName>style.visibility</p:attrName>
                                        </p:attrNameLst>
                                      </p:cBhvr>
                                      <p:to>
                                        <p:strVal val="visible"/>
                                      </p:to>
                                    </p:set>
                                    <p:animEffect transition="in" filter="fade">
                                      <p:cBhvr>
                                        <p:cTn id="33" dur="1000"/>
                                        <p:tgtEl>
                                          <p:spTgt spid="28674"/>
                                        </p:tgtEl>
                                      </p:cBhvr>
                                    </p:animEffect>
                                    <p:anim calcmode="lin" valueType="num">
                                      <p:cBhvr>
                                        <p:cTn id="34" dur="1000" fill="hold"/>
                                        <p:tgtEl>
                                          <p:spTgt spid="28674"/>
                                        </p:tgtEl>
                                        <p:attrNameLst>
                                          <p:attrName>ppt_x</p:attrName>
                                        </p:attrNameLst>
                                      </p:cBhvr>
                                      <p:tavLst>
                                        <p:tav tm="0">
                                          <p:val>
                                            <p:strVal val="#ppt_x"/>
                                          </p:val>
                                        </p:tav>
                                        <p:tav tm="100000">
                                          <p:val>
                                            <p:strVal val="#ppt_x"/>
                                          </p:val>
                                        </p:tav>
                                      </p:tavLst>
                                    </p:anim>
                                    <p:anim calcmode="lin" valueType="num">
                                      <p:cBhvr>
                                        <p:cTn id="35" dur="1000" fill="hold"/>
                                        <p:tgtEl>
                                          <p:spTgt spid="286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B04F19-5AAE-322D-B22B-4D6207406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5024" y="1482838"/>
            <a:ext cx="2598645" cy="2598645"/>
          </a:xfrm>
          <a:prstGeom prst="rect">
            <a:avLst/>
          </a:prstGeom>
        </p:spPr>
      </p:pic>
      <p:sp>
        <p:nvSpPr>
          <p:cNvPr id="16386" name="Title 20">
            <a:extLst>
              <a:ext uri="{FF2B5EF4-FFF2-40B4-BE49-F238E27FC236}">
                <a16:creationId xmlns:a16="http://schemas.microsoft.com/office/drawing/2014/main" id="{83B05C8B-1B6C-F49F-6FC3-ADF18722CDF9}"/>
              </a:ext>
            </a:extLst>
          </p:cNvPr>
          <p:cNvSpPr>
            <a:spLocks noGrp="1" noChangeArrowheads="1"/>
          </p:cNvSpPr>
          <p:nvPr>
            <p:ph type="title"/>
          </p:nvPr>
        </p:nvSpPr>
        <p:spPr>
          <a:xfrm>
            <a:off x="1981201" y="479426"/>
            <a:ext cx="8220075" cy="993775"/>
          </a:xfrm>
        </p:spPr>
        <p:txBody>
          <a:bodyPr/>
          <a:lstStyle/>
          <a:p>
            <a:pPr eaLnBrk="1" hangingPunct="1"/>
            <a:r>
              <a:rPr lang="en-GB" altLang="en-US" sz="3600" b="0" dirty="0">
                <a:latin typeface="Twinkl SemiBold" charset="0"/>
              </a:rPr>
              <a:t>What You Can Do</a:t>
            </a:r>
          </a:p>
        </p:txBody>
      </p:sp>
      <p:sp>
        <p:nvSpPr>
          <p:cNvPr id="7" name="Rectangle 6">
            <a:extLst>
              <a:ext uri="{FF2B5EF4-FFF2-40B4-BE49-F238E27FC236}">
                <a16:creationId xmlns:a16="http://schemas.microsoft.com/office/drawing/2014/main" id="{4EA221B1-03FD-DFFC-296D-78F22643C7DF}"/>
              </a:ext>
            </a:extLst>
          </p:cNvPr>
          <p:cNvSpPr>
            <a:spLocks noChangeArrowheads="1"/>
          </p:cNvSpPr>
          <p:nvPr/>
        </p:nvSpPr>
        <p:spPr bwMode="auto">
          <a:xfrm>
            <a:off x="2409826" y="4276858"/>
            <a:ext cx="7362825" cy="162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Water bottles are one of the main causes of environmental pollution. Instead of using lots of water bottles and throwing them away, have your own water bottle.</a:t>
            </a:r>
          </a:p>
        </p:txBody>
      </p:sp>
      <p:pic>
        <p:nvPicPr>
          <p:cNvPr id="3" name="Picture 2">
            <a:extLst>
              <a:ext uri="{FF2B5EF4-FFF2-40B4-BE49-F238E27FC236}">
                <a16:creationId xmlns:a16="http://schemas.microsoft.com/office/drawing/2014/main" id="{1D708373-838F-A5DC-C207-0B9805844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825" y="1684472"/>
            <a:ext cx="344805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Group 16">
            <a:extLst>
              <a:ext uri="{FF2B5EF4-FFF2-40B4-BE49-F238E27FC236}">
                <a16:creationId xmlns:a16="http://schemas.microsoft.com/office/drawing/2014/main" id="{A3A9B140-E0CA-978F-112B-F80C1B07BAFA}"/>
              </a:ext>
            </a:extLst>
          </p:cNvPr>
          <p:cNvGrpSpPr>
            <a:grpSpLocks/>
          </p:cNvGrpSpPr>
          <p:nvPr/>
        </p:nvGrpSpPr>
        <p:grpSpPr bwMode="auto">
          <a:xfrm>
            <a:off x="2930525" y="1603508"/>
            <a:ext cx="2408238" cy="2457450"/>
            <a:chOff x="1263426" y="2056684"/>
            <a:chExt cx="2689412" cy="2744216"/>
          </a:xfrm>
        </p:grpSpPr>
        <p:cxnSp>
          <p:nvCxnSpPr>
            <p:cNvPr id="11" name="Straight Connector 10">
              <a:extLst>
                <a:ext uri="{FF2B5EF4-FFF2-40B4-BE49-F238E27FC236}">
                  <a16:creationId xmlns:a16="http://schemas.microsoft.com/office/drawing/2014/main" id="{5CEA7FC5-CF0A-BC20-06F1-249923D33BCB}"/>
                </a:ext>
              </a:extLst>
            </p:cNvPr>
            <p:cNvCxnSpPr>
              <a:cxnSpLocks/>
            </p:cNvCxnSpPr>
            <p:nvPr/>
          </p:nvCxnSpPr>
          <p:spPr>
            <a:xfrm>
              <a:off x="1263426" y="2056684"/>
              <a:ext cx="2689412" cy="2744216"/>
            </a:xfrm>
            <a:prstGeom prst="line">
              <a:avLst/>
            </a:prstGeom>
            <a:ln w="203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97F5120-A31D-967C-5E71-F96639BAA9AF}"/>
                </a:ext>
              </a:extLst>
            </p:cNvPr>
            <p:cNvCxnSpPr>
              <a:cxnSpLocks/>
            </p:cNvCxnSpPr>
            <p:nvPr/>
          </p:nvCxnSpPr>
          <p:spPr>
            <a:xfrm flipH="1">
              <a:off x="1263426" y="2056684"/>
              <a:ext cx="2689412" cy="2744216"/>
            </a:xfrm>
            <a:prstGeom prst="line">
              <a:avLst/>
            </a:prstGeom>
            <a:ln w="203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F0A94204-ED55-C7B3-8B87-2B86239F308B}"/>
              </a:ext>
            </a:extLst>
          </p:cNvPr>
          <p:cNvGrpSpPr>
            <a:grpSpLocks/>
          </p:cNvGrpSpPr>
          <p:nvPr/>
        </p:nvGrpSpPr>
        <p:grpSpPr bwMode="auto">
          <a:xfrm rot="21212709">
            <a:off x="6716713" y="1635258"/>
            <a:ext cx="3033712" cy="2425700"/>
            <a:chOff x="5883442" y="2259039"/>
            <a:chExt cx="2087261" cy="1668030"/>
          </a:xfrm>
        </p:grpSpPr>
        <p:cxnSp>
          <p:nvCxnSpPr>
            <p:cNvPr id="31" name="Straight Connector 30">
              <a:extLst>
                <a:ext uri="{FF2B5EF4-FFF2-40B4-BE49-F238E27FC236}">
                  <a16:creationId xmlns:a16="http://schemas.microsoft.com/office/drawing/2014/main" id="{462F90C6-11F8-FCD5-12C3-154926346F16}"/>
                </a:ext>
              </a:extLst>
            </p:cNvPr>
            <p:cNvCxnSpPr>
              <a:cxnSpLocks/>
            </p:cNvCxnSpPr>
            <p:nvPr/>
          </p:nvCxnSpPr>
          <p:spPr>
            <a:xfrm>
              <a:off x="5879379" y="3426806"/>
              <a:ext cx="489321" cy="498880"/>
            </a:xfrm>
            <a:prstGeom prst="line">
              <a:avLst/>
            </a:prstGeom>
            <a:ln w="203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BB4C7A-FBFF-03A5-6A18-C7106052CAED}"/>
                </a:ext>
              </a:extLst>
            </p:cNvPr>
            <p:cNvCxnSpPr>
              <a:cxnSpLocks/>
            </p:cNvCxnSpPr>
            <p:nvPr/>
          </p:nvCxnSpPr>
          <p:spPr>
            <a:xfrm flipH="1">
              <a:off x="6321913" y="2255967"/>
              <a:ext cx="1644906" cy="1612356"/>
            </a:xfrm>
            <a:prstGeom prst="line">
              <a:avLst/>
            </a:prstGeom>
            <a:ln w="2032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5" name="Google Shape;2148;p92">
            <a:extLst>
              <a:ext uri="{FF2B5EF4-FFF2-40B4-BE49-F238E27FC236}">
                <a16:creationId xmlns:a16="http://schemas.microsoft.com/office/drawing/2014/main" id="{CEF24ED8-8615-94CE-444C-AB36E3C2FD0D}"/>
              </a:ext>
            </a:extLst>
          </p:cNvPr>
          <p:cNvSpPr/>
          <p:nvPr/>
        </p:nvSpPr>
        <p:spPr>
          <a:xfrm rot="2529859">
            <a:off x="901628" y="5895708"/>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2149;p92">
            <a:extLst>
              <a:ext uri="{FF2B5EF4-FFF2-40B4-BE49-F238E27FC236}">
                <a16:creationId xmlns:a16="http://schemas.microsoft.com/office/drawing/2014/main" id="{1F570298-C28F-9262-EF66-D72AD57D4794}"/>
              </a:ext>
            </a:extLst>
          </p:cNvPr>
          <p:cNvSpPr/>
          <p:nvPr/>
        </p:nvSpPr>
        <p:spPr>
          <a:xfrm rot="2529859">
            <a:off x="795847" y="5578489"/>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884;p85">
            <a:extLst>
              <a:ext uri="{FF2B5EF4-FFF2-40B4-BE49-F238E27FC236}">
                <a16:creationId xmlns:a16="http://schemas.microsoft.com/office/drawing/2014/main" id="{6CC3E61F-E13F-63BB-7096-52390EFC4A93}"/>
              </a:ext>
            </a:extLst>
          </p:cNvPr>
          <p:cNvSpPr/>
          <p:nvPr/>
        </p:nvSpPr>
        <p:spPr>
          <a:xfrm rot="2529859">
            <a:off x="1109461" y="5691663"/>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5"/>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6"/>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8"/>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6386"/>
                                        </p:tgtEl>
                                        <p:attrNameLst>
                                          <p:attrName>style.visibility</p:attrName>
                                        </p:attrNameLst>
                                      </p:cBhvr>
                                      <p:to>
                                        <p:strVal val="visible"/>
                                      </p:to>
                                    </p:set>
                                    <p:animEffect transition="in" filter="fade">
                                      <p:cBhvr>
                                        <p:cTn id="14" dur="1000"/>
                                        <p:tgtEl>
                                          <p:spTgt spid="16386"/>
                                        </p:tgtEl>
                                      </p:cBhvr>
                                    </p:animEffect>
                                    <p:anim calcmode="lin" valueType="num">
                                      <p:cBhvr>
                                        <p:cTn id="15" dur="1000" fill="hold"/>
                                        <p:tgtEl>
                                          <p:spTgt spid="16386"/>
                                        </p:tgtEl>
                                        <p:attrNameLst>
                                          <p:attrName>ppt_x</p:attrName>
                                        </p:attrNameLst>
                                      </p:cBhvr>
                                      <p:tavLst>
                                        <p:tav tm="0">
                                          <p:val>
                                            <p:strVal val="#ppt_x"/>
                                          </p:val>
                                        </p:tav>
                                        <p:tav tm="100000">
                                          <p:val>
                                            <p:strVal val="#ppt_x"/>
                                          </p:val>
                                        </p:tav>
                                      </p:tavLst>
                                    </p:anim>
                                    <p:anim calcmode="lin" valueType="num">
                                      <p:cBhvr>
                                        <p:cTn id="16" dur="1000" fill="hold"/>
                                        <p:tgtEl>
                                          <p:spTgt spid="1638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childTnLst>
                                </p:cTn>
                              </p:par>
                            </p:childTnLst>
                          </p:cTn>
                        </p:par>
                        <p:par>
                          <p:cTn id="28" fill="hold">
                            <p:stCondLst>
                              <p:cond delay="0"/>
                            </p:stCondLst>
                            <p:childTnLst>
                              <p:par>
                                <p:cTn id="29" presetID="42"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0">
            <a:extLst>
              <a:ext uri="{FF2B5EF4-FFF2-40B4-BE49-F238E27FC236}">
                <a16:creationId xmlns:a16="http://schemas.microsoft.com/office/drawing/2014/main" id="{A82B9886-7748-FC0E-1B90-F5EFD7E95F87}"/>
              </a:ext>
            </a:extLst>
          </p:cNvPr>
          <p:cNvSpPr>
            <a:spLocks noGrp="1" noChangeArrowheads="1"/>
          </p:cNvSpPr>
          <p:nvPr>
            <p:ph type="title"/>
          </p:nvPr>
        </p:nvSpPr>
        <p:spPr>
          <a:xfrm>
            <a:off x="1981201" y="479426"/>
            <a:ext cx="8220075" cy="993775"/>
          </a:xfrm>
        </p:spPr>
        <p:txBody>
          <a:bodyPr/>
          <a:lstStyle/>
          <a:p>
            <a:pPr eaLnBrk="1" hangingPunct="1"/>
            <a:r>
              <a:rPr lang="en-GB" altLang="en-US" sz="3600" b="0">
                <a:latin typeface="Twinkl SemiBold" charset="0"/>
              </a:rPr>
              <a:t>What You Can Do</a:t>
            </a:r>
          </a:p>
        </p:txBody>
      </p:sp>
      <p:sp>
        <p:nvSpPr>
          <p:cNvPr id="7" name="Rectangle 6">
            <a:extLst>
              <a:ext uri="{FF2B5EF4-FFF2-40B4-BE49-F238E27FC236}">
                <a16:creationId xmlns:a16="http://schemas.microsoft.com/office/drawing/2014/main" id="{0507D862-06A6-6DFC-6AE1-FCBF35547A58}"/>
              </a:ext>
            </a:extLst>
          </p:cNvPr>
          <p:cNvSpPr>
            <a:spLocks noChangeArrowheads="1"/>
          </p:cNvSpPr>
          <p:nvPr/>
        </p:nvSpPr>
        <p:spPr bwMode="auto">
          <a:xfrm>
            <a:off x="2409826" y="4184769"/>
            <a:ext cx="7362825" cy="162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Carrier bags are often used once and thrown away. Instead, buy a bag for life and keep using it. Since many shops charge 5p per bag, a reusable one is cheaper too!</a:t>
            </a:r>
          </a:p>
        </p:txBody>
      </p:sp>
      <p:pic>
        <p:nvPicPr>
          <p:cNvPr id="14" name="Picture 13">
            <a:extLst>
              <a:ext uri="{FF2B5EF4-FFF2-40B4-BE49-F238E27FC236}">
                <a16:creationId xmlns:a16="http://schemas.microsoft.com/office/drawing/2014/main" id="{9FB8DB4D-9EF5-86D5-22E1-71C8EF6C6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9847"/>
          <a:stretch>
            <a:fillRect/>
          </a:stretch>
        </p:blipFill>
        <p:spPr bwMode="auto">
          <a:xfrm>
            <a:off x="6851651" y="1819394"/>
            <a:ext cx="2549525"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FE65DCA-16EB-8025-A268-6B6A00330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826" y="1946494"/>
            <a:ext cx="2549525" cy="191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a:extLst>
              <a:ext uri="{FF2B5EF4-FFF2-40B4-BE49-F238E27FC236}">
                <a16:creationId xmlns:a16="http://schemas.microsoft.com/office/drawing/2014/main" id="{EA165206-7969-DB9E-43F5-7D89888496CA}"/>
              </a:ext>
            </a:extLst>
          </p:cNvPr>
          <p:cNvGrpSpPr>
            <a:grpSpLocks/>
          </p:cNvGrpSpPr>
          <p:nvPr/>
        </p:nvGrpSpPr>
        <p:grpSpPr bwMode="auto">
          <a:xfrm>
            <a:off x="7016750" y="1762244"/>
            <a:ext cx="2217738" cy="2262187"/>
            <a:chOff x="1263426" y="2056684"/>
            <a:chExt cx="2689412" cy="2744216"/>
          </a:xfrm>
        </p:grpSpPr>
        <p:cxnSp>
          <p:nvCxnSpPr>
            <p:cNvPr id="8" name="Straight Connector 7">
              <a:extLst>
                <a:ext uri="{FF2B5EF4-FFF2-40B4-BE49-F238E27FC236}">
                  <a16:creationId xmlns:a16="http://schemas.microsoft.com/office/drawing/2014/main" id="{6AE169B2-8103-70AA-F464-40A49D706621}"/>
                </a:ext>
              </a:extLst>
            </p:cNvPr>
            <p:cNvCxnSpPr>
              <a:cxnSpLocks/>
            </p:cNvCxnSpPr>
            <p:nvPr/>
          </p:nvCxnSpPr>
          <p:spPr>
            <a:xfrm>
              <a:off x="1263426" y="2056684"/>
              <a:ext cx="2689412" cy="2744216"/>
            </a:xfrm>
            <a:prstGeom prst="line">
              <a:avLst/>
            </a:prstGeom>
            <a:ln w="203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A600C6-B284-800F-114E-98A39C809BB7}"/>
                </a:ext>
              </a:extLst>
            </p:cNvPr>
            <p:cNvCxnSpPr>
              <a:cxnSpLocks/>
            </p:cNvCxnSpPr>
            <p:nvPr/>
          </p:nvCxnSpPr>
          <p:spPr>
            <a:xfrm flipH="1">
              <a:off x="1263426" y="2056684"/>
              <a:ext cx="2689412" cy="2744216"/>
            </a:xfrm>
            <a:prstGeom prst="line">
              <a:avLst/>
            </a:prstGeom>
            <a:ln w="203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61A6BD91-1425-4396-CCD0-66CDD2B8273C}"/>
              </a:ext>
            </a:extLst>
          </p:cNvPr>
          <p:cNvGrpSpPr>
            <a:grpSpLocks/>
          </p:cNvGrpSpPr>
          <p:nvPr/>
        </p:nvGrpSpPr>
        <p:grpSpPr bwMode="auto">
          <a:xfrm rot="21212709">
            <a:off x="2936875" y="1960681"/>
            <a:ext cx="2300288" cy="1865313"/>
            <a:chOff x="5883442" y="2256099"/>
            <a:chExt cx="2061280" cy="1670970"/>
          </a:xfrm>
        </p:grpSpPr>
        <p:cxnSp>
          <p:nvCxnSpPr>
            <p:cNvPr id="11" name="Straight Connector 10">
              <a:extLst>
                <a:ext uri="{FF2B5EF4-FFF2-40B4-BE49-F238E27FC236}">
                  <a16:creationId xmlns:a16="http://schemas.microsoft.com/office/drawing/2014/main" id="{4E6C7613-12CC-84CF-E63A-266CE31E20B4}"/>
                </a:ext>
              </a:extLst>
            </p:cNvPr>
            <p:cNvCxnSpPr>
              <a:cxnSpLocks/>
            </p:cNvCxnSpPr>
            <p:nvPr/>
          </p:nvCxnSpPr>
          <p:spPr>
            <a:xfrm>
              <a:off x="5878603" y="3422354"/>
              <a:ext cx="489358" cy="499158"/>
            </a:xfrm>
            <a:prstGeom prst="line">
              <a:avLst/>
            </a:prstGeom>
            <a:ln w="203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3E40F28-CF45-A90C-B766-5196032649D4}"/>
                </a:ext>
              </a:extLst>
            </p:cNvPr>
            <p:cNvCxnSpPr>
              <a:cxnSpLocks/>
            </p:cNvCxnSpPr>
            <p:nvPr/>
          </p:nvCxnSpPr>
          <p:spPr>
            <a:xfrm flipH="1">
              <a:off x="6296925" y="2250484"/>
              <a:ext cx="1644471" cy="1612663"/>
            </a:xfrm>
            <a:prstGeom prst="line">
              <a:avLst/>
            </a:prstGeom>
            <a:ln w="2032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28F1BD3D-B14D-90C9-61F5-505E7E95C81D}"/>
              </a:ext>
            </a:extLst>
          </p:cNvPr>
          <p:cNvSpPr/>
          <p:nvPr/>
        </p:nvSpPr>
        <p:spPr>
          <a:xfrm>
            <a:off x="2208213" y="6605588"/>
            <a:ext cx="7810500" cy="252412"/>
          </a:xfrm>
          <a:prstGeom prst="rect">
            <a:avLst/>
          </a:prstGeom>
        </p:spPr>
        <p:txBody>
          <a:bodyPr lIns="0" tIns="72000" rIns="0" bIns="72000">
            <a:spAutoFit/>
          </a:bodyPr>
          <a:lstStyle/>
          <a:p>
            <a:pPr algn="ctr" eaLnBrk="1" fontAlgn="auto" hangingPunct="1">
              <a:spcBef>
                <a:spcPts val="0"/>
              </a:spcBef>
              <a:spcAft>
                <a:spcPts val="0"/>
              </a:spcAft>
              <a:defRPr/>
            </a:pPr>
            <a:r>
              <a:rPr lang="en-GB" sz="700" dirty="0">
                <a:solidFill>
                  <a:schemeClr val="bg1">
                    <a:lumMod val="75000"/>
                  </a:schemeClr>
                </a:solidFill>
                <a:latin typeface="Tuffy" panose="020B0603060100000000" pitchFamily="34" charset="0"/>
                <a:ea typeface="Tuffy" panose="020B0603060100000000" pitchFamily="34" charset="0"/>
              </a:rPr>
              <a:t>Photo courtesy of Michael Francis McCarthy, velkr0 (@flickr.com) - granted under creative commons licence - attribution</a:t>
            </a:r>
          </a:p>
        </p:txBody>
      </p:sp>
      <p:sp>
        <p:nvSpPr>
          <p:cNvPr id="2" name="Google Shape;2148;p92">
            <a:extLst>
              <a:ext uri="{FF2B5EF4-FFF2-40B4-BE49-F238E27FC236}">
                <a16:creationId xmlns:a16="http://schemas.microsoft.com/office/drawing/2014/main" id="{536AB285-77FD-8BCD-A96A-296B5C5C7F5E}"/>
              </a:ext>
            </a:extLst>
          </p:cNvPr>
          <p:cNvSpPr/>
          <p:nvPr/>
        </p:nvSpPr>
        <p:spPr>
          <a:xfrm>
            <a:off x="1074214" y="655783"/>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149;p92">
            <a:extLst>
              <a:ext uri="{FF2B5EF4-FFF2-40B4-BE49-F238E27FC236}">
                <a16:creationId xmlns:a16="http://schemas.microsoft.com/office/drawing/2014/main" id="{59407F35-6142-F77C-BF3E-88C2B3755974}"/>
              </a:ext>
            </a:extLst>
          </p:cNvPr>
          <p:cNvSpPr/>
          <p:nvPr/>
        </p:nvSpPr>
        <p:spPr>
          <a:xfrm>
            <a:off x="782686" y="570994"/>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84;p85">
            <a:extLst>
              <a:ext uri="{FF2B5EF4-FFF2-40B4-BE49-F238E27FC236}">
                <a16:creationId xmlns:a16="http://schemas.microsoft.com/office/drawing/2014/main" id="{2A7E09F3-3118-0C64-2FA5-6480C7363375}"/>
              </a:ext>
            </a:extLst>
          </p:cNvPr>
          <p:cNvSpPr/>
          <p:nvPr/>
        </p:nvSpPr>
        <p:spPr>
          <a:xfrm>
            <a:off x="11133489" y="5978314"/>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2"/>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4"/>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15"/>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7410"/>
                                        </p:tgtEl>
                                        <p:attrNameLst>
                                          <p:attrName>style.visibility</p:attrName>
                                        </p:attrNameLst>
                                      </p:cBhvr>
                                      <p:to>
                                        <p:strVal val="visible"/>
                                      </p:to>
                                    </p:set>
                                    <p:animEffect transition="in" filter="fade">
                                      <p:cBhvr>
                                        <p:cTn id="14" dur="1000"/>
                                        <p:tgtEl>
                                          <p:spTgt spid="17410"/>
                                        </p:tgtEl>
                                      </p:cBhvr>
                                    </p:animEffect>
                                    <p:anim calcmode="lin" valueType="num">
                                      <p:cBhvr>
                                        <p:cTn id="15" dur="1000" fill="hold"/>
                                        <p:tgtEl>
                                          <p:spTgt spid="17410"/>
                                        </p:tgtEl>
                                        <p:attrNameLst>
                                          <p:attrName>ppt_x</p:attrName>
                                        </p:attrNameLst>
                                      </p:cBhvr>
                                      <p:tavLst>
                                        <p:tav tm="0">
                                          <p:val>
                                            <p:strVal val="#ppt_x"/>
                                          </p:val>
                                        </p:tav>
                                        <p:tav tm="100000">
                                          <p:val>
                                            <p:strVal val="#ppt_x"/>
                                          </p:val>
                                        </p:tav>
                                      </p:tavLst>
                                    </p:anim>
                                    <p:anim calcmode="lin" valueType="num">
                                      <p:cBhvr>
                                        <p:cTn id="16"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750"/>
                                        <p:tgtEl>
                                          <p:spTgt spid="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 presetClass="entr" presetSubtype="0" fill="hold" nodeType="withEffect">
                                  <p:stCondLst>
                                    <p:cond delay="0"/>
                                  </p:stCondLst>
                                  <p:childTnLst>
                                    <p:set>
                                      <p:cBhvr>
                                        <p:cTn id="26" dur="1" fill="hold">
                                          <p:stCondLst>
                                            <p:cond delay="249"/>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249"/>
                                          </p:stCondLst>
                                        </p:cTn>
                                        <p:tgtEl>
                                          <p:spTgt spid="6"/>
                                        </p:tgtEl>
                                        <p:attrNameLst>
                                          <p:attrName>style.visibility</p:attrName>
                                        </p:attrNameLst>
                                      </p:cBhvr>
                                      <p:to>
                                        <p:strVal val="visible"/>
                                      </p:to>
                                    </p:set>
                                  </p:childTnLst>
                                </p:cTn>
                              </p:par>
                            </p:childTnLst>
                          </p:cTn>
                        </p:par>
                        <p:par>
                          <p:cTn id="29" fill="hold">
                            <p:stCondLst>
                              <p:cond delay="750"/>
                            </p:stCondLst>
                            <p:childTnLst>
                              <p:par>
                                <p:cTn id="30" presetID="42" presetClass="entr" presetSubtype="0"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id="{12822F54-24B7-75F3-15B4-A44931F1E50A}"/>
              </a:ext>
            </a:extLst>
          </p:cNvPr>
          <p:cNvSpPr>
            <a:spLocks noChangeArrowheads="1"/>
          </p:cNvSpPr>
          <p:nvPr/>
        </p:nvSpPr>
        <p:spPr bwMode="auto">
          <a:xfrm>
            <a:off x="1039526" y="831571"/>
            <a:ext cx="10462663" cy="226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marL="457200" indent="-457200">
              <a:buFont typeface="+mj-lt"/>
              <a:buAutoNum type="arabicPeriod" startAt="2"/>
            </a:pPr>
            <a:r>
              <a:rPr lang="en-US" sz="2400" dirty="0">
                <a:solidFill>
                  <a:srgbClr val="00B0F0"/>
                </a:solidFill>
              </a:rPr>
              <a:t>Reuse</a:t>
            </a:r>
            <a:r>
              <a:rPr lang="en-US" sz="2400" dirty="0">
                <a:solidFill>
                  <a:schemeClr val="tx1"/>
                </a:solidFill>
              </a:rPr>
              <a:t> </a:t>
            </a:r>
            <a:r>
              <a:rPr lang="en-US" sz="2400" dirty="0">
                <a:solidFill>
                  <a:srgbClr val="00B0F0"/>
                </a:solidFill>
              </a:rPr>
              <a:t>– </a:t>
            </a:r>
            <a:r>
              <a:rPr lang="en-US" sz="2400" dirty="0">
                <a:solidFill>
                  <a:schemeClr val="tx1"/>
                </a:solidFill>
              </a:rPr>
              <a:t>The Second “R” of Waste Hierarchy: -</a:t>
            </a:r>
          </a:p>
          <a:p>
            <a:pPr algn="l">
              <a:buNone/>
            </a:pPr>
            <a:r>
              <a:rPr lang="en-US" sz="2400" dirty="0">
                <a:solidFill>
                  <a:schemeClr val="tx1"/>
                </a:solidFill>
              </a:rPr>
              <a:t>	If you have a bag full of old things that are not in use, then you can find out a way to reuse these thrown away things. The reuse of old stuff can reduce waste and does not affect the waste hierarchy. If you do not have any use of any of these thrown away items, then you can also donate it to someone who needs it.</a:t>
            </a:r>
          </a:p>
        </p:txBody>
      </p:sp>
      <p:pic>
        <p:nvPicPr>
          <p:cNvPr id="27650" name="Picture 2" descr="Reuse-of-3-r-of-environment">
            <a:extLst>
              <a:ext uri="{FF2B5EF4-FFF2-40B4-BE49-F238E27FC236}">
                <a16:creationId xmlns:a16="http://schemas.microsoft.com/office/drawing/2014/main" id="{EBF106FA-EC5F-F5C1-2097-D67EE7FBD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2113" y="3099610"/>
            <a:ext cx="4607774" cy="307425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148;p92">
            <a:extLst>
              <a:ext uri="{FF2B5EF4-FFF2-40B4-BE49-F238E27FC236}">
                <a16:creationId xmlns:a16="http://schemas.microsoft.com/office/drawing/2014/main" id="{360AF3A8-34C3-9FF0-59FB-C5DF42B356D9}"/>
              </a:ext>
            </a:extLst>
          </p:cNvPr>
          <p:cNvSpPr/>
          <p:nvPr/>
        </p:nvSpPr>
        <p:spPr>
          <a:xfrm>
            <a:off x="10956614" y="824941"/>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149;p92">
            <a:extLst>
              <a:ext uri="{FF2B5EF4-FFF2-40B4-BE49-F238E27FC236}">
                <a16:creationId xmlns:a16="http://schemas.microsoft.com/office/drawing/2014/main" id="{23C42E1B-5568-F9B8-5A2D-17B18EE57224}"/>
              </a:ext>
            </a:extLst>
          </p:cNvPr>
          <p:cNvSpPr/>
          <p:nvPr/>
        </p:nvSpPr>
        <p:spPr>
          <a:xfrm>
            <a:off x="11191873" y="699554"/>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84;p85">
            <a:extLst>
              <a:ext uri="{FF2B5EF4-FFF2-40B4-BE49-F238E27FC236}">
                <a16:creationId xmlns:a16="http://schemas.microsoft.com/office/drawing/2014/main" id="{C7EB5374-300D-4674-D932-BF9A6FE19039}"/>
              </a:ext>
            </a:extLst>
          </p:cNvPr>
          <p:cNvSpPr/>
          <p:nvPr/>
        </p:nvSpPr>
        <p:spPr>
          <a:xfrm>
            <a:off x="10941098" y="51478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90284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2"/>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4"/>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6"/>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7650"/>
                                        </p:tgtEl>
                                        <p:attrNameLst>
                                          <p:attrName>style.visibility</p:attrName>
                                        </p:attrNameLst>
                                      </p:cBhvr>
                                      <p:to>
                                        <p:strVal val="visible"/>
                                      </p:to>
                                    </p:set>
                                    <p:animEffect transition="in" filter="fade">
                                      <p:cBhvr>
                                        <p:cTn id="19" dur="1000"/>
                                        <p:tgtEl>
                                          <p:spTgt spid="27650"/>
                                        </p:tgtEl>
                                      </p:cBhvr>
                                    </p:animEffect>
                                    <p:anim calcmode="lin" valueType="num">
                                      <p:cBhvr>
                                        <p:cTn id="20" dur="1000" fill="hold"/>
                                        <p:tgtEl>
                                          <p:spTgt spid="27650"/>
                                        </p:tgtEl>
                                        <p:attrNameLst>
                                          <p:attrName>ppt_x</p:attrName>
                                        </p:attrNameLst>
                                      </p:cBhvr>
                                      <p:tavLst>
                                        <p:tav tm="0">
                                          <p:val>
                                            <p:strVal val="#ppt_x"/>
                                          </p:val>
                                        </p:tav>
                                        <p:tav tm="100000">
                                          <p:val>
                                            <p:strVal val="#ppt_x"/>
                                          </p:val>
                                        </p:tav>
                                      </p:tavLst>
                                    </p:anim>
                                    <p:anim calcmode="lin" valueType="num">
                                      <p:cBhvr>
                                        <p:cTn id="21" dur="1000" fill="hold"/>
                                        <p:tgtEl>
                                          <p:spTgt spid="27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id="{12822F54-24B7-75F3-15B4-A44931F1E50A}"/>
              </a:ext>
            </a:extLst>
          </p:cNvPr>
          <p:cNvSpPr>
            <a:spLocks noChangeArrowheads="1"/>
          </p:cNvSpPr>
          <p:nvPr/>
        </p:nvSpPr>
        <p:spPr bwMode="auto">
          <a:xfrm>
            <a:off x="1039526" y="831571"/>
            <a:ext cx="10462663" cy="193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marL="457200" indent="-457200">
              <a:buFont typeface="+mj-lt"/>
              <a:buAutoNum type="arabicPeriod" startAt="3"/>
            </a:pPr>
            <a:r>
              <a:rPr lang="en-US" sz="2400" dirty="0">
                <a:solidFill>
                  <a:srgbClr val="00B050"/>
                </a:solidFill>
              </a:rPr>
              <a:t>Recycle</a:t>
            </a:r>
            <a:r>
              <a:rPr lang="en-US" sz="2400" dirty="0">
                <a:solidFill>
                  <a:srgbClr val="00B0F0"/>
                </a:solidFill>
              </a:rPr>
              <a:t> </a:t>
            </a:r>
            <a:r>
              <a:rPr lang="en-US" sz="2400" dirty="0">
                <a:solidFill>
                  <a:schemeClr val="tx1"/>
                </a:solidFill>
              </a:rPr>
              <a:t>– The Third “R” of Waste Hierarchy: -</a:t>
            </a:r>
          </a:p>
          <a:p>
            <a:pPr algn="l">
              <a:buNone/>
            </a:pPr>
            <a:r>
              <a:rPr lang="en-US" sz="2400" dirty="0">
                <a:solidFill>
                  <a:schemeClr val="tx1"/>
                </a:solidFill>
              </a:rPr>
              <a:t>	Recycling is the third stage of the waste management process. Recycling is a process in which the dumping items are transformed into a new item. You can also send your unused items to recycling centers. It is vital that you are well aware of the things that can be recycled.</a:t>
            </a:r>
          </a:p>
        </p:txBody>
      </p:sp>
      <p:pic>
        <p:nvPicPr>
          <p:cNvPr id="5" name="Picture 4">
            <a:extLst>
              <a:ext uri="{FF2B5EF4-FFF2-40B4-BE49-F238E27FC236}">
                <a16:creationId xmlns:a16="http://schemas.microsoft.com/office/drawing/2014/main" id="{4E017A60-47D1-5760-1E5C-3FB927C3A25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824961"/>
            <a:ext cx="3048000" cy="3048000"/>
          </a:xfrm>
          <a:prstGeom prst="rect">
            <a:avLst/>
          </a:prstGeom>
        </p:spPr>
      </p:pic>
      <p:sp>
        <p:nvSpPr>
          <p:cNvPr id="8" name="Google Shape;2148;p92">
            <a:extLst>
              <a:ext uri="{FF2B5EF4-FFF2-40B4-BE49-F238E27FC236}">
                <a16:creationId xmlns:a16="http://schemas.microsoft.com/office/drawing/2014/main" id="{1FCD7467-6F28-CE1A-98F8-E430682B165A}"/>
              </a:ext>
            </a:extLst>
          </p:cNvPr>
          <p:cNvSpPr/>
          <p:nvPr/>
        </p:nvSpPr>
        <p:spPr>
          <a:xfrm>
            <a:off x="1084366" y="5741532"/>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2149;p92">
            <a:extLst>
              <a:ext uri="{FF2B5EF4-FFF2-40B4-BE49-F238E27FC236}">
                <a16:creationId xmlns:a16="http://schemas.microsoft.com/office/drawing/2014/main" id="{13428BFA-EB2A-C951-CF7D-D68055CE0059}"/>
              </a:ext>
            </a:extLst>
          </p:cNvPr>
          <p:cNvSpPr/>
          <p:nvPr/>
        </p:nvSpPr>
        <p:spPr>
          <a:xfrm>
            <a:off x="1084366" y="6014512"/>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84;p85">
            <a:extLst>
              <a:ext uri="{FF2B5EF4-FFF2-40B4-BE49-F238E27FC236}">
                <a16:creationId xmlns:a16="http://schemas.microsoft.com/office/drawing/2014/main" id="{6D0C0D54-2A6B-E9DC-7BE0-575C46C9E717}"/>
              </a:ext>
            </a:extLst>
          </p:cNvPr>
          <p:cNvSpPr/>
          <p:nvPr/>
        </p:nvSpPr>
        <p:spPr>
          <a:xfrm>
            <a:off x="788751" y="5901041"/>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78092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8"/>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9"/>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10"/>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p:stCondLst>
                              <p:cond delay="1800"/>
                            </p:stCondLst>
                            <p:childTnLst>
                              <p:par>
                                <p:cTn id="18" presetID="42"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4">
            <a:extLst>
              <a:ext uri="{FF2B5EF4-FFF2-40B4-BE49-F238E27FC236}">
                <a16:creationId xmlns:a16="http://schemas.microsoft.com/office/drawing/2014/main" id="{D1526056-4DCE-3D05-2A91-E579AAB62485}"/>
              </a:ext>
            </a:extLst>
          </p:cNvPr>
          <p:cNvSpPr>
            <a:spLocks noChangeArrowheads="1"/>
          </p:cNvSpPr>
          <p:nvPr/>
        </p:nvSpPr>
        <p:spPr bwMode="auto">
          <a:xfrm>
            <a:off x="1694046" y="1290320"/>
            <a:ext cx="9057373" cy="1253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2000" rIns="0" bIns="7200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cs typeface="Sassoon Infant Rg" pitchFamily="50"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cs typeface="Sassoon Infant Rg" pitchFamily="50"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cs typeface="Sassoon Infant Rg" pitchFamily="50"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cs typeface="Sassoon Infant Rg" pitchFamily="50" charset="0"/>
              </a:defRPr>
            </a:lvl9pPr>
          </a:lstStyle>
          <a:p>
            <a:pPr algn="just" eaLnBrk="1" hangingPunct="1">
              <a:lnSpc>
                <a:spcPct val="100000"/>
              </a:lnSpc>
              <a:spcBef>
                <a:spcPct val="0"/>
              </a:spcBef>
              <a:buFontTx/>
              <a:buNone/>
            </a:pPr>
            <a:r>
              <a:rPr lang="en-GB" altLang="en-US" sz="2400" dirty="0">
                <a:solidFill>
                  <a:schemeClr val="tx1"/>
                </a:solidFill>
              </a:rPr>
              <a:t>By making small changes, we can all make a difference. Let’s all work together to make the Earth a healthier and cleaner place for everything.</a:t>
            </a:r>
          </a:p>
        </p:txBody>
      </p:sp>
      <p:pic>
        <p:nvPicPr>
          <p:cNvPr id="3" name="Picture 2">
            <a:extLst>
              <a:ext uri="{FF2B5EF4-FFF2-40B4-BE49-F238E27FC236}">
                <a16:creationId xmlns:a16="http://schemas.microsoft.com/office/drawing/2014/main" id="{75150922-E23A-B8EF-128F-0F3144AA1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4106"/>
          <a:stretch>
            <a:fillRect/>
          </a:stretch>
        </p:blipFill>
        <p:spPr bwMode="auto">
          <a:xfrm>
            <a:off x="2409826" y="2630489"/>
            <a:ext cx="2360613"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A1DA432-EEE5-4CDC-E9BE-B42645750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5587"/>
          <a:stretch>
            <a:fillRect/>
          </a:stretch>
        </p:blipFill>
        <p:spPr bwMode="auto">
          <a:xfrm>
            <a:off x="4910138" y="2630488"/>
            <a:ext cx="2362200"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18B2D7CB-29A3-6BC2-3343-928066B3B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5587"/>
          <a:stretch>
            <a:fillRect/>
          </a:stretch>
        </p:blipFill>
        <p:spPr bwMode="auto">
          <a:xfrm>
            <a:off x="7412038" y="2630488"/>
            <a:ext cx="2360612"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Google Shape;2148;p92">
            <a:extLst>
              <a:ext uri="{FF2B5EF4-FFF2-40B4-BE49-F238E27FC236}">
                <a16:creationId xmlns:a16="http://schemas.microsoft.com/office/drawing/2014/main" id="{CC23EB78-034A-9708-2739-A08B41F55617}"/>
              </a:ext>
            </a:extLst>
          </p:cNvPr>
          <p:cNvSpPr/>
          <p:nvPr/>
        </p:nvSpPr>
        <p:spPr>
          <a:xfrm>
            <a:off x="11227232" y="5766558"/>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2149;p92">
            <a:extLst>
              <a:ext uri="{FF2B5EF4-FFF2-40B4-BE49-F238E27FC236}">
                <a16:creationId xmlns:a16="http://schemas.microsoft.com/office/drawing/2014/main" id="{4C91B209-BDB1-9ED0-EF5B-780EE2C27A11}"/>
              </a:ext>
            </a:extLst>
          </p:cNvPr>
          <p:cNvSpPr/>
          <p:nvPr/>
        </p:nvSpPr>
        <p:spPr>
          <a:xfrm>
            <a:off x="11189704" y="6017333"/>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84;p85">
            <a:extLst>
              <a:ext uri="{FF2B5EF4-FFF2-40B4-BE49-F238E27FC236}">
                <a16:creationId xmlns:a16="http://schemas.microsoft.com/office/drawing/2014/main" id="{21FB91BE-C440-3C57-C0C5-370A515169D1}"/>
              </a:ext>
            </a:extLst>
          </p:cNvPr>
          <p:cNvSpPr/>
          <p:nvPr/>
        </p:nvSpPr>
        <p:spPr>
          <a:xfrm>
            <a:off x="10938929" y="581650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21600000">
                                      <p:cBhvr>
                                        <p:cTn id="6" dur="800" fill="hold"/>
                                        <p:tgtEl>
                                          <p:spTgt spid="4"/>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5"/>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7"/>
                                        </p:tgtEl>
                                        <p:attrNameLst>
                                          <p:attrName>r</p:attrName>
                                        </p:attrNameLst>
                                      </p:cBhvr>
                                    </p:animRot>
                                  </p:childTnLst>
                                </p:cTn>
                              </p:par>
                            </p:childTnLst>
                          </p:cTn>
                        </p:par>
                        <p:par>
                          <p:cTn id="11" fill="hold">
                            <p:stCondLst>
                              <p:cond delay="800"/>
                            </p:stCondLst>
                            <p:childTnLst>
                              <p:par>
                                <p:cTn id="12" presetID="42" presetClass="entr" presetSubtype="0" fill="hold" grpId="0" nodeType="afterEffect">
                                  <p:stCondLst>
                                    <p:cond delay="0"/>
                                  </p:stCondLst>
                                  <p:childTnLst>
                                    <p:set>
                                      <p:cBhvr>
                                        <p:cTn id="13" dur="1" fill="hold">
                                          <p:stCondLst>
                                            <p:cond delay="0"/>
                                          </p:stCondLst>
                                        </p:cTn>
                                        <p:tgtEl>
                                          <p:spTgt spid="18435"/>
                                        </p:tgtEl>
                                        <p:attrNameLst>
                                          <p:attrName>style.visibility</p:attrName>
                                        </p:attrNameLst>
                                      </p:cBhvr>
                                      <p:to>
                                        <p:strVal val="visible"/>
                                      </p:to>
                                    </p:set>
                                    <p:animEffect transition="in" filter="fade">
                                      <p:cBhvr>
                                        <p:cTn id="14" dur="1000"/>
                                        <p:tgtEl>
                                          <p:spTgt spid="18435"/>
                                        </p:tgtEl>
                                      </p:cBhvr>
                                    </p:animEffect>
                                    <p:anim calcmode="lin" valueType="num">
                                      <p:cBhvr>
                                        <p:cTn id="15" dur="1000" fill="hold"/>
                                        <p:tgtEl>
                                          <p:spTgt spid="18435"/>
                                        </p:tgtEl>
                                        <p:attrNameLst>
                                          <p:attrName>ppt_x</p:attrName>
                                        </p:attrNameLst>
                                      </p:cBhvr>
                                      <p:tavLst>
                                        <p:tav tm="0">
                                          <p:val>
                                            <p:strVal val="#ppt_x"/>
                                          </p:val>
                                        </p:tav>
                                        <p:tav tm="100000">
                                          <p:val>
                                            <p:strVal val="#ppt_x"/>
                                          </p:val>
                                        </p:tav>
                                      </p:tavLst>
                                    </p:anim>
                                    <p:anim calcmode="lin" valueType="num">
                                      <p:cBhvr>
                                        <p:cTn id="16" dur="1000" fill="hold"/>
                                        <p:tgtEl>
                                          <p:spTgt spid="1843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76C874-23A2-3366-C44E-7DE46FA7D909}"/>
              </a:ext>
            </a:extLst>
          </p:cNvPr>
          <p:cNvSpPr txBox="1"/>
          <p:nvPr/>
        </p:nvSpPr>
        <p:spPr>
          <a:xfrm rot="20294683">
            <a:off x="868100" y="1950661"/>
            <a:ext cx="10010980" cy="2646878"/>
          </a:xfrm>
          <a:prstGeom prst="rect">
            <a:avLst/>
          </a:prstGeom>
          <a:noFill/>
        </p:spPr>
        <p:txBody>
          <a:bodyPr wrap="square" rtlCol="0">
            <a:spAutoFit/>
          </a:bodyPr>
          <a:lstStyle/>
          <a:p>
            <a:pPr algn="ctr"/>
            <a:r>
              <a:rPr lang="en-US" sz="16600" dirty="0">
                <a:solidFill>
                  <a:srgbClr val="1C1C1C"/>
                </a:solidFill>
                <a:latin typeface="Twinkl SemiBold" charset="0"/>
                <a:ea typeface="+mj-ea"/>
                <a:cs typeface="+mj-cs"/>
              </a:rPr>
              <a:t>Thankyou</a:t>
            </a:r>
          </a:p>
        </p:txBody>
      </p:sp>
      <p:sp>
        <p:nvSpPr>
          <p:cNvPr id="4" name="Google Shape;2148;p92">
            <a:extLst>
              <a:ext uri="{FF2B5EF4-FFF2-40B4-BE49-F238E27FC236}">
                <a16:creationId xmlns:a16="http://schemas.microsoft.com/office/drawing/2014/main" id="{4FD0062B-2AC0-2010-1C30-4F937B6D9135}"/>
              </a:ext>
            </a:extLst>
          </p:cNvPr>
          <p:cNvSpPr/>
          <p:nvPr/>
        </p:nvSpPr>
        <p:spPr>
          <a:xfrm>
            <a:off x="5840093" y="4360491"/>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2149;p92">
            <a:extLst>
              <a:ext uri="{FF2B5EF4-FFF2-40B4-BE49-F238E27FC236}">
                <a16:creationId xmlns:a16="http://schemas.microsoft.com/office/drawing/2014/main" id="{3AB2E073-4D27-D4F6-6B5D-88A29EF4A39E}"/>
              </a:ext>
            </a:extLst>
          </p:cNvPr>
          <p:cNvSpPr/>
          <p:nvPr/>
        </p:nvSpPr>
        <p:spPr>
          <a:xfrm>
            <a:off x="6281997" y="4103862"/>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84;p85">
            <a:extLst>
              <a:ext uri="{FF2B5EF4-FFF2-40B4-BE49-F238E27FC236}">
                <a16:creationId xmlns:a16="http://schemas.microsoft.com/office/drawing/2014/main" id="{99705EB3-DAAD-D694-8A61-2F81B7580F7E}"/>
              </a:ext>
            </a:extLst>
          </p:cNvPr>
          <p:cNvSpPr/>
          <p:nvPr/>
        </p:nvSpPr>
        <p:spPr>
          <a:xfrm>
            <a:off x="5357082" y="453582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48;p92">
            <a:extLst>
              <a:ext uri="{FF2B5EF4-FFF2-40B4-BE49-F238E27FC236}">
                <a16:creationId xmlns:a16="http://schemas.microsoft.com/office/drawing/2014/main" id="{3D5F63F5-C42D-ECAC-369E-ADA203B644FE}"/>
              </a:ext>
            </a:extLst>
          </p:cNvPr>
          <p:cNvSpPr/>
          <p:nvPr/>
        </p:nvSpPr>
        <p:spPr>
          <a:xfrm>
            <a:off x="4340729" y="5026988"/>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2149;p92">
            <a:extLst>
              <a:ext uri="{FF2B5EF4-FFF2-40B4-BE49-F238E27FC236}">
                <a16:creationId xmlns:a16="http://schemas.microsoft.com/office/drawing/2014/main" id="{BC6904C4-EDAA-9A6C-670B-E6291AE52FC4}"/>
              </a:ext>
            </a:extLst>
          </p:cNvPr>
          <p:cNvSpPr/>
          <p:nvPr/>
        </p:nvSpPr>
        <p:spPr>
          <a:xfrm>
            <a:off x="4874071" y="4764376"/>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84;p85">
            <a:extLst>
              <a:ext uri="{FF2B5EF4-FFF2-40B4-BE49-F238E27FC236}">
                <a16:creationId xmlns:a16="http://schemas.microsoft.com/office/drawing/2014/main" id="{23AF5294-9D5F-C499-2A38-525CA539E011}"/>
              </a:ext>
            </a:extLst>
          </p:cNvPr>
          <p:cNvSpPr/>
          <p:nvPr/>
        </p:nvSpPr>
        <p:spPr>
          <a:xfrm>
            <a:off x="3732330" y="5205498"/>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48;p92">
            <a:extLst>
              <a:ext uri="{FF2B5EF4-FFF2-40B4-BE49-F238E27FC236}">
                <a16:creationId xmlns:a16="http://schemas.microsoft.com/office/drawing/2014/main" id="{5C14A093-E70C-30AB-E386-8620C718CC8C}"/>
              </a:ext>
            </a:extLst>
          </p:cNvPr>
          <p:cNvSpPr/>
          <p:nvPr/>
        </p:nvSpPr>
        <p:spPr>
          <a:xfrm>
            <a:off x="2524108" y="5783584"/>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149;p92">
            <a:extLst>
              <a:ext uri="{FF2B5EF4-FFF2-40B4-BE49-F238E27FC236}">
                <a16:creationId xmlns:a16="http://schemas.microsoft.com/office/drawing/2014/main" id="{CF02DEA9-62A8-3ACE-69D7-9CFE3AB4D620}"/>
              </a:ext>
            </a:extLst>
          </p:cNvPr>
          <p:cNvSpPr/>
          <p:nvPr/>
        </p:nvSpPr>
        <p:spPr>
          <a:xfrm>
            <a:off x="3140864" y="5445869"/>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48;p92">
            <a:extLst>
              <a:ext uri="{FF2B5EF4-FFF2-40B4-BE49-F238E27FC236}">
                <a16:creationId xmlns:a16="http://schemas.microsoft.com/office/drawing/2014/main" id="{D49D7C32-8DA2-1C80-18C7-06CEE18CA029}"/>
              </a:ext>
            </a:extLst>
          </p:cNvPr>
          <p:cNvSpPr/>
          <p:nvPr/>
        </p:nvSpPr>
        <p:spPr>
          <a:xfrm>
            <a:off x="8446541" y="3193407"/>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149;p92">
            <a:extLst>
              <a:ext uri="{FF2B5EF4-FFF2-40B4-BE49-F238E27FC236}">
                <a16:creationId xmlns:a16="http://schemas.microsoft.com/office/drawing/2014/main" id="{1728E01F-9567-04C4-29FA-B1E7449122C7}"/>
              </a:ext>
            </a:extLst>
          </p:cNvPr>
          <p:cNvSpPr/>
          <p:nvPr/>
        </p:nvSpPr>
        <p:spPr>
          <a:xfrm>
            <a:off x="8898198" y="296332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84;p85">
            <a:extLst>
              <a:ext uri="{FF2B5EF4-FFF2-40B4-BE49-F238E27FC236}">
                <a16:creationId xmlns:a16="http://schemas.microsoft.com/office/drawing/2014/main" id="{9B4E458B-64AB-E923-9095-85DEDB16D828}"/>
              </a:ext>
            </a:extLst>
          </p:cNvPr>
          <p:cNvSpPr/>
          <p:nvPr/>
        </p:nvSpPr>
        <p:spPr>
          <a:xfrm>
            <a:off x="6831130" y="384038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48;p92">
            <a:extLst>
              <a:ext uri="{FF2B5EF4-FFF2-40B4-BE49-F238E27FC236}">
                <a16:creationId xmlns:a16="http://schemas.microsoft.com/office/drawing/2014/main" id="{7EEBDF2C-2981-3BCA-39BE-869EBF780B6C}"/>
              </a:ext>
            </a:extLst>
          </p:cNvPr>
          <p:cNvSpPr/>
          <p:nvPr/>
        </p:nvSpPr>
        <p:spPr>
          <a:xfrm>
            <a:off x="10052337" y="2499148"/>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2149;p92">
            <a:extLst>
              <a:ext uri="{FF2B5EF4-FFF2-40B4-BE49-F238E27FC236}">
                <a16:creationId xmlns:a16="http://schemas.microsoft.com/office/drawing/2014/main" id="{4154EC23-6EB6-26A3-AA62-C0D2A637A81B}"/>
              </a:ext>
            </a:extLst>
          </p:cNvPr>
          <p:cNvSpPr/>
          <p:nvPr/>
        </p:nvSpPr>
        <p:spPr>
          <a:xfrm>
            <a:off x="10516692" y="2225667"/>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84;p85">
            <a:extLst>
              <a:ext uri="{FF2B5EF4-FFF2-40B4-BE49-F238E27FC236}">
                <a16:creationId xmlns:a16="http://schemas.microsoft.com/office/drawing/2014/main" id="{499A7258-8902-766B-1018-3CA152BD7D1B}"/>
              </a:ext>
            </a:extLst>
          </p:cNvPr>
          <p:cNvSpPr/>
          <p:nvPr/>
        </p:nvSpPr>
        <p:spPr>
          <a:xfrm>
            <a:off x="9477265" y="272173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99418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4"/>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5"/>
                                        </p:tgtEl>
                                        <p:attrNameLst>
                                          <p:attrName>r</p:attrName>
                                        </p:attrNameLst>
                                      </p:cBhvr>
                                    </p:animRot>
                                  </p:childTnLst>
                                </p:cTn>
                              </p:par>
                              <p:par>
                                <p:cTn id="9" presetID="8" presetClass="emph" presetSubtype="0" fill="hold" nodeType="withEffect">
                                  <p:stCondLst>
                                    <p:cond delay="0"/>
                                  </p:stCondLst>
                                  <p:childTnLst>
                                    <p:animRot by="-21600000">
                                      <p:cBhvr>
                                        <p:cTn id="10" dur="800" fill="hold"/>
                                        <p:tgtEl>
                                          <p:spTgt spid="6"/>
                                        </p:tgtEl>
                                        <p:attrNameLst>
                                          <p:attrName>r</p:attrName>
                                        </p:attrNameLst>
                                      </p:cBhvr>
                                    </p:animRot>
                                  </p:childTnLst>
                                </p:cTn>
                              </p:par>
                              <p:par>
                                <p:cTn id="11" presetID="8" presetClass="emph" presetSubtype="0" fill="hold" nodeType="withEffect">
                                  <p:stCondLst>
                                    <p:cond delay="0"/>
                                  </p:stCondLst>
                                  <p:childTnLst>
                                    <p:animRot by="-21600000">
                                      <p:cBhvr>
                                        <p:cTn id="12" dur="800" fill="hold"/>
                                        <p:tgtEl>
                                          <p:spTgt spid="7"/>
                                        </p:tgtEl>
                                        <p:attrNameLst>
                                          <p:attrName>r</p:attrName>
                                        </p:attrNameLst>
                                      </p:cBhvr>
                                    </p:animRot>
                                  </p:childTnLst>
                                </p:cTn>
                              </p:par>
                              <p:par>
                                <p:cTn id="13" presetID="8" presetClass="emph" presetSubtype="0" fill="hold" nodeType="withEffect">
                                  <p:stCondLst>
                                    <p:cond delay="0"/>
                                  </p:stCondLst>
                                  <p:childTnLst>
                                    <p:animRot by="-21600000">
                                      <p:cBhvr>
                                        <p:cTn id="14" dur="800" fill="hold"/>
                                        <p:tgtEl>
                                          <p:spTgt spid="8"/>
                                        </p:tgtEl>
                                        <p:attrNameLst>
                                          <p:attrName>r</p:attrName>
                                        </p:attrNameLst>
                                      </p:cBhvr>
                                    </p:animRot>
                                  </p:childTnLst>
                                </p:cTn>
                              </p:par>
                              <p:par>
                                <p:cTn id="15" presetID="8" presetClass="emph" presetSubtype="0" fill="hold" nodeType="withEffect">
                                  <p:stCondLst>
                                    <p:cond delay="0"/>
                                  </p:stCondLst>
                                  <p:childTnLst>
                                    <p:animRot by="-21600000">
                                      <p:cBhvr>
                                        <p:cTn id="16" dur="800" fill="hold"/>
                                        <p:tgtEl>
                                          <p:spTgt spid="9"/>
                                        </p:tgtEl>
                                        <p:attrNameLst>
                                          <p:attrName>r</p:attrName>
                                        </p:attrNameLst>
                                      </p:cBhvr>
                                    </p:animRot>
                                  </p:childTnLst>
                                </p:cTn>
                              </p:par>
                              <p:par>
                                <p:cTn id="17" presetID="8" presetClass="emph" presetSubtype="0" fill="hold" nodeType="withEffect">
                                  <p:stCondLst>
                                    <p:cond delay="0"/>
                                  </p:stCondLst>
                                  <p:childTnLst>
                                    <p:animRot by="-21600000">
                                      <p:cBhvr>
                                        <p:cTn id="18" dur="800" fill="hold"/>
                                        <p:tgtEl>
                                          <p:spTgt spid="10"/>
                                        </p:tgtEl>
                                        <p:attrNameLst>
                                          <p:attrName>r</p:attrName>
                                        </p:attrNameLst>
                                      </p:cBhvr>
                                    </p:animRot>
                                  </p:childTnLst>
                                </p:cTn>
                              </p:par>
                              <p:par>
                                <p:cTn id="19" presetID="8" presetClass="emph" presetSubtype="0" fill="hold" nodeType="withEffect">
                                  <p:stCondLst>
                                    <p:cond delay="0"/>
                                  </p:stCondLst>
                                  <p:childTnLst>
                                    <p:animRot by="-21600000">
                                      <p:cBhvr>
                                        <p:cTn id="20" dur="800" fill="hold"/>
                                        <p:tgtEl>
                                          <p:spTgt spid="11"/>
                                        </p:tgtEl>
                                        <p:attrNameLst>
                                          <p:attrName>r</p:attrName>
                                        </p:attrNameLst>
                                      </p:cBhvr>
                                    </p:animRot>
                                  </p:childTnLst>
                                </p:cTn>
                              </p:par>
                              <p:par>
                                <p:cTn id="21" presetID="8" presetClass="emph" presetSubtype="0" fill="hold" nodeType="withEffect">
                                  <p:stCondLst>
                                    <p:cond delay="0"/>
                                  </p:stCondLst>
                                  <p:childTnLst>
                                    <p:animRot by="-21600000">
                                      <p:cBhvr>
                                        <p:cTn id="22" dur="800" fill="hold"/>
                                        <p:tgtEl>
                                          <p:spTgt spid="13"/>
                                        </p:tgtEl>
                                        <p:attrNameLst>
                                          <p:attrName>r</p:attrName>
                                        </p:attrNameLst>
                                      </p:cBhvr>
                                    </p:animRot>
                                  </p:childTnLst>
                                </p:cTn>
                              </p:par>
                              <p:par>
                                <p:cTn id="23" presetID="8" presetClass="emph" presetSubtype="0" fill="hold" nodeType="withEffect">
                                  <p:stCondLst>
                                    <p:cond delay="0"/>
                                  </p:stCondLst>
                                  <p:childTnLst>
                                    <p:animRot by="-21600000">
                                      <p:cBhvr>
                                        <p:cTn id="24" dur="800" fill="hold"/>
                                        <p:tgtEl>
                                          <p:spTgt spid="14"/>
                                        </p:tgtEl>
                                        <p:attrNameLst>
                                          <p:attrName>r</p:attrName>
                                        </p:attrNameLst>
                                      </p:cBhvr>
                                    </p:animRot>
                                  </p:childTnLst>
                                </p:cTn>
                              </p:par>
                              <p:par>
                                <p:cTn id="25" presetID="8" presetClass="emph" presetSubtype="0" fill="hold" nodeType="withEffect">
                                  <p:stCondLst>
                                    <p:cond delay="0"/>
                                  </p:stCondLst>
                                  <p:childTnLst>
                                    <p:animRot by="-21600000">
                                      <p:cBhvr>
                                        <p:cTn id="26" dur="800" fill="hold"/>
                                        <p:tgtEl>
                                          <p:spTgt spid="15"/>
                                        </p:tgtEl>
                                        <p:attrNameLst>
                                          <p:attrName>r</p:attrName>
                                        </p:attrNameLst>
                                      </p:cBhvr>
                                    </p:animRot>
                                  </p:childTnLst>
                                </p:cTn>
                              </p:par>
                              <p:par>
                                <p:cTn id="27" presetID="8" presetClass="emph" presetSubtype="0" fill="hold" nodeType="withEffect">
                                  <p:stCondLst>
                                    <p:cond delay="0"/>
                                  </p:stCondLst>
                                  <p:childTnLst>
                                    <p:animRot by="-21600000">
                                      <p:cBhvr>
                                        <p:cTn id="28" dur="800" fill="hold"/>
                                        <p:tgtEl>
                                          <p:spTgt spid="16"/>
                                        </p:tgtEl>
                                        <p:attrNameLst>
                                          <p:attrName>r</p:attrName>
                                        </p:attrNameLst>
                                      </p:cBhvr>
                                    </p:animRot>
                                  </p:childTnLst>
                                </p:cTn>
                              </p:par>
                              <p:par>
                                <p:cTn id="29" presetID="8" presetClass="emph" presetSubtype="0" fill="hold" nodeType="withEffect">
                                  <p:stCondLst>
                                    <p:cond delay="0"/>
                                  </p:stCondLst>
                                  <p:childTnLst>
                                    <p:animRot by="-21600000">
                                      <p:cBhvr>
                                        <p:cTn id="30" dur="800" fill="hold"/>
                                        <p:tgtEl>
                                          <p:spTgt spid="17"/>
                                        </p:tgtEl>
                                        <p:attrNameLst>
                                          <p:attrName>r</p:attrName>
                                        </p:attrNameLst>
                                      </p:cBhvr>
                                    </p:animRot>
                                  </p:childTnLst>
                                </p:cTn>
                              </p:par>
                              <p:par>
                                <p:cTn id="31" presetID="8" presetClass="emph" presetSubtype="0" fill="hold" nodeType="withEffect">
                                  <p:stCondLst>
                                    <p:cond delay="0"/>
                                  </p:stCondLst>
                                  <p:childTnLst>
                                    <p:animRot by="-21600000">
                                      <p:cBhvr>
                                        <p:cTn id="32" dur="800" fill="hold"/>
                                        <p:tgtEl>
                                          <p:spTgt spid="18"/>
                                        </p:tgtEl>
                                        <p:attrNameLst>
                                          <p:attrName>r</p:attrName>
                                        </p:attrNameLst>
                                      </p:cBhvr>
                                    </p:animRot>
                                  </p:childTnLst>
                                </p:cTn>
                              </p:par>
                            </p:childTnLst>
                          </p:cTn>
                        </p:par>
                        <p:par>
                          <p:cTn id="33" fill="hold">
                            <p:stCondLst>
                              <p:cond delay="800"/>
                            </p:stCondLst>
                            <p:childTnLst>
                              <p:par>
                                <p:cTn id="34" presetID="53" presetClass="entr" presetSubtype="16" fill="hold" grpId="0" nodeType="after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ppt_w</p:attrName>
                                        </p:attrNameLst>
                                      </p:cBhvr>
                                      <p:tavLst>
                                        <p:tav tm="0">
                                          <p:val>
                                            <p:fltVal val="0"/>
                                          </p:val>
                                        </p:tav>
                                        <p:tav tm="100000">
                                          <p:val>
                                            <p:strVal val="#ppt_w"/>
                                          </p:val>
                                        </p:tav>
                                      </p:tavLst>
                                    </p:anim>
                                    <p:anim calcmode="lin" valueType="num">
                                      <p:cBhvr>
                                        <p:cTn id="37" dur="500" fill="hold"/>
                                        <p:tgtEl>
                                          <p:spTgt spid="3"/>
                                        </p:tgtEl>
                                        <p:attrNameLst>
                                          <p:attrName>ppt_h</p:attrName>
                                        </p:attrNameLst>
                                      </p:cBhvr>
                                      <p:tavLst>
                                        <p:tav tm="0">
                                          <p:val>
                                            <p:fltVal val="0"/>
                                          </p:val>
                                        </p:tav>
                                        <p:tav tm="100000">
                                          <p:val>
                                            <p:strVal val="#ppt_h"/>
                                          </p:val>
                                        </p:tav>
                                      </p:tavLst>
                                    </p:anim>
                                    <p:animEffect transition="in" filter="fade">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C2D07FF1-3EB1-4D9E-84F9-D2450425A22C}" vid="{819F8316-0E89-457C-B2A7-A168B6D0BF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410</TotalTime>
  <Words>767</Words>
  <Application>Microsoft Office PowerPoint</Application>
  <PresentationFormat>Widescreen</PresentationFormat>
  <Paragraphs>51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Tuffy</vt:lpstr>
      <vt:lpstr>Quicksand</vt:lpstr>
      <vt:lpstr>Arial</vt:lpstr>
      <vt:lpstr>Calibri</vt:lpstr>
      <vt:lpstr>Twinkl</vt:lpstr>
      <vt:lpstr>Twinkl SemiBold</vt:lpstr>
      <vt:lpstr>Office Theme</vt:lpstr>
      <vt:lpstr>PowerPoint Presentation</vt:lpstr>
      <vt:lpstr>Plastic &amp; Polyethylene Here and There</vt:lpstr>
      <vt:lpstr>Advantages of Plastic and Polyethylene</vt:lpstr>
      <vt:lpstr>Is Plastic Durability and Biodegradability ?</vt:lpstr>
      <vt:lpstr>Disadvantages of Plastic and Polyethylene</vt:lpstr>
      <vt:lpstr>Plastic and the Environment</vt:lpstr>
      <vt:lpstr>Plastic Pollution</vt:lpstr>
      <vt:lpstr>PowerPoint Presentation</vt:lpstr>
      <vt:lpstr>What You Can Do</vt:lpstr>
      <vt:lpstr>What You Can Do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Liv Robson-Hughes</dc:creator>
  <cp:lastModifiedBy>Adnan Khan</cp:lastModifiedBy>
  <cp:revision>272</cp:revision>
  <dcterms:created xsi:type="dcterms:W3CDTF">2018-01-18T13:50:27Z</dcterms:created>
  <dcterms:modified xsi:type="dcterms:W3CDTF">2023-12-04T14:49:01Z</dcterms:modified>
</cp:coreProperties>
</file>